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7CBA309-C317-410B-8B59-F555EA736DBF}">
          <p14:sldIdLst>
            <p14:sldId id="256"/>
            <p14:sldId id="257"/>
            <p14:sldId id="258"/>
          </p14:sldIdLst>
        </p14:section>
        <p14:section name="제목 없는 구역" id="{851554C8-FACD-4E76-A45D-940EDE02564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033" autoAdjust="0"/>
    <p:restoredTop sz="96695" autoAdjust="0"/>
  </p:normalViewPr>
  <p:slideViewPr>
    <p:cSldViewPr snapToGrid="0">
      <p:cViewPr varScale="1">
        <p:scale>
          <a:sx n="137" d="100"/>
          <a:sy n="137" d="100"/>
        </p:scale>
        <p:origin x="586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AB5A28-4F49-4CB7-887A-B876422011A4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DE7F0-D69A-43A1-9A94-8D28B6C75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6946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B7591D-47D9-D11B-6707-1753C35B1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09E1339-146F-7927-1869-2E686A017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9522A7-5CED-6C81-3FEF-5EB0AF27B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E53DD8-6D23-B3AF-2614-FADE86372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D37E88-8BA9-A820-4390-571C787CC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309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5FDC2B-FC3E-2E50-4627-B29CF2EFA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785C5B-D23A-96EA-A498-1D17879E9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C57105-A28C-20AC-A48B-AE507E31A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1C1C97-62F6-2298-A377-794041975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98ED80-FEF3-D907-6EDB-2C862A093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026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57CF4B-256D-A16C-3BA7-8D7C1F525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F1611E-A458-2720-7C0A-F427F0369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F9F5FA-CEBF-EEF5-608F-4E9619388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566170-0DAB-9775-BFCB-C2299E605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70B822-2DA9-B684-D525-4CF470D7C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88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8FE877-A1B5-7A1B-3842-AF651DE17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DF48EB-428E-F04B-0F22-8E75C8048D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96A0D7-C540-6D68-C611-3248B5D49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5A4C40-1097-1669-614E-2117B5B1F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403E6B-946E-3E19-3E17-AB4697754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BD39A0-1319-074B-B6DB-E18259830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7436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A3895E-09E4-9A59-90B9-75F4F4123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039353-C1A1-A9DD-11F3-0E40C4568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402C3A-B2BE-59CD-303B-249291B24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577165F-34B3-D7EC-82F9-808D4210A8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DC2F89E-F107-F275-035E-74547A6E3E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074B7A8-2B56-C3DB-55E4-6FE0EEFE9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D92944B-0746-440F-99A0-6A37B72A6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B304A98-A3E0-20C1-05BF-EECD4E938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764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9322D-9463-F708-95A0-DBB2FDA7E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4821902-51B7-56AF-DC3C-E5D653FB8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1F5610-35E8-F7B4-498A-F847CCD94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CD46E4-DD37-EC4F-02D6-E0C941735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1510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E66175D-A052-E3C5-250E-CA411F48C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D5A61BE-F3FC-6127-EEBA-1F075D570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1C95FD-8BA7-18CF-C8F1-33A50810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615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C6302B-0176-E877-1B00-70A1F4713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25E8D4-4EE1-1A38-F96C-CCEFA685D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B293BD-6D65-A649-8FF7-4626D4ADD7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06812D-97CB-9B7B-E2AB-B847DA679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A28B54-E57E-B10D-6A4A-096AD0DB7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B33BA0-B41C-D43F-73FB-2B1A16DEB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38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9356A9-6DE0-A1CA-0882-A847E4B4E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F605018-FDBE-220C-5DE6-A6283F3D27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B42A158-B44D-F547-4715-97F2E679AB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BEF771-0181-4193-1219-231CD34A8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6F1F15-50EC-104A-BA10-40E3FB9EC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58D912-771D-870C-88DD-D6EDDF987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704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4CB7C5-C4B9-C80F-57E2-F2D9EFFF8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463D6E1-2C16-5738-A605-C511A886E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B5CA7A-BA36-B209-FB44-E7B7EB678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228874-E32E-A4C9-754F-89E21A8A6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0517FE-7C5D-813B-B528-DA8F4BB31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628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47C407E-55F0-86EC-AFB3-B1737F0E96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2E32DC6-F4F2-61E4-48CD-A9881D3B20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378350-D680-D0B6-C62D-642E1123B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019AB-1106-44D1-AD08-52382040701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AB308-B71D-6D36-685F-1C6C9525C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902C1F-2690-0346-7219-86EFA9A74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891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C0E7734-75EC-E12A-B076-8E2A27438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1046AD-882B-FB5D-A06F-6EE83DA91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E822F5-1DDB-0728-B94D-B529C07ABF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2019AB-1106-44D1-AD08-52382040701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7147D3-5E5E-E4FE-AFB6-7D407D155B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5BDEC1-16F2-3E58-869C-61D240E27E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4F1A02-B340-4BA8-98CD-9B82DFA1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5703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60C382-1C2B-C0F1-2164-36E9774AE59B}"/>
              </a:ext>
            </a:extLst>
          </p:cNvPr>
          <p:cNvSpPr txBox="1"/>
          <p:nvPr/>
        </p:nvSpPr>
        <p:spPr>
          <a:xfrm>
            <a:off x="523301" y="435166"/>
            <a:ext cx="19591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f = 10.25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EDBF3F-56A3-99AB-7FAD-5541DC11CAA0}"/>
              </a:ext>
            </a:extLst>
          </p:cNvPr>
          <p:cNvSpPr txBox="1"/>
          <p:nvPr/>
        </p:nvSpPr>
        <p:spPr>
          <a:xfrm>
            <a:off x="2175831" y="1492786"/>
            <a:ext cx="15648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1010.01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7D61D3-9C9A-7FB8-F8F4-A98EBB390851}"/>
              </a:ext>
            </a:extLst>
          </p:cNvPr>
          <p:cNvSpPr txBox="1"/>
          <p:nvPr/>
        </p:nvSpPr>
        <p:spPr>
          <a:xfrm>
            <a:off x="6659697" y="173556"/>
            <a:ext cx="136768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0.25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------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0.5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1.0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A75C0B3F-DF46-17E0-57CC-8E017086B127}"/>
              </a:ext>
            </a:extLst>
          </p:cNvPr>
          <p:cNvCxnSpPr/>
          <p:nvPr/>
        </p:nvCxnSpPr>
        <p:spPr>
          <a:xfrm>
            <a:off x="6555036" y="1206347"/>
            <a:ext cx="0" cy="6334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0D6E8E8-36B5-1F51-9A83-C0EB73C21FB3}"/>
              </a:ext>
            </a:extLst>
          </p:cNvPr>
          <p:cNvSpPr/>
          <p:nvPr/>
        </p:nvSpPr>
        <p:spPr>
          <a:xfrm>
            <a:off x="396607" y="2880911"/>
            <a:ext cx="351038" cy="548089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55DCBF8-ECDF-9D13-949D-093BF98F391B}"/>
              </a:ext>
            </a:extLst>
          </p:cNvPr>
          <p:cNvSpPr/>
          <p:nvPr/>
        </p:nvSpPr>
        <p:spPr>
          <a:xfrm>
            <a:off x="747645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2CE4193-ABE0-0831-5E96-670FDB36C08F}"/>
              </a:ext>
            </a:extLst>
          </p:cNvPr>
          <p:cNvSpPr/>
          <p:nvPr/>
        </p:nvSpPr>
        <p:spPr>
          <a:xfrm>
            <a:off x="1098683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F13A1E1-1873-7E56-C86D-5A4CC09A4558}"/>
              </a:ext>
            </a:extLst>
          </p:cNvPr>
          <p:cNvSpPr/>
          <p:nvPr/>
        </p:nvSpPr>
        <p:spPr>
          <a:xfrm>
            <a:off x="1449721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51F5EAA-B03E-FE8D-A1CB-A24F688B2DCB}"/>
              </a:ext>
            </a:extLst>
          </p:cNvPr>
          <p:cNvSpPr/>
          <p:nvPr/>
        </p:nvSpPr>
        <p:spPr>
          <a:xfrm>
            <a:off x="1800759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3008699-46A4-3259-11A7-0DDFB6482363}"/>
              </a:ext>
            </a:extLst>
          </p:cNvPr>
          <p:cNvSpPr/>
          <p:nvPr/>
        </p:nvSpPr>
        <p:spPr>
          <a:xfrm>
            <a:off x="2151798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59A044A-665F-7C79-9455-F0F6B029C830}"/>
              </a:ext>
            </a:extLst>
          </p:cNvPr>
          <p:cNvSpPr/>
          <p:nvPr/>
        </p:nvSpPr>
        <p:spPr>
          <a:xfrm>
            <a:off x="2502836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96AD2B4-72AB-2D5F-C59E-617C1000148E}"/>
              </a:ext>
            </a:extLst>
          </p:cNvPr>
          <p:cNvSpPr/>
          <p:nvPr/>
        </p:nvSpPr>
        <p:spPr>
          <a:xfrm>
            <a:off x="2853874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E40ECB3-1A31-B7ED-15FF-97C7A720271D}"/>
              </a:ext>
            </a:extLst>
          </p:cNvPr>
          <p:cNvSpPr/>
          <p:nvPr/>
        </p:nvSpPr>
        <p:spPr>
          <a:xfrm>
            <a:off x="3203351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B97C9E2-8558-9AA3-2DB4-F6EC555AEFE3}"/>
              </a:ext>
            </a:extLst>
          </p:cNvPr>
          <p:cNvSpPr/>
          <p:nvPr/>
        </p:nvSpPr>
        <p:spPr>
          <a:xfrm>
            <a:off x="3554389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A6ABCF6-7849-8D48-EAEA-047715F8C112}"/>
              </a:ext>
            </a:extLst>
          </p:cNvPr>
          <p:cNvSpPr/>
          <p:nvPr/>
        </p:nvSpPr>
        <p:spPr>
          <a:xfrm>
            <a:off x="3905428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A10DEBB-936F-96D7-6EA6-EA7591A3E718}"/>
              </a:ext>
            </a:extLst>
          </p:cNvPr>
          <p:cNvSpPr/>
          <p:nvPr/>
        </p:nvSpPr>
        <p:spPr>
          <a:xfrm>
            <a:off x="4256466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6182AFE-6652-DAF7-8C2E-EC4BE71A5233}"/>
              </a:ext>
            </a:extLst>
          </p:cNvPr>
          <p:cNvSpPr/>
          <p:nvPr/>
        </p:nvSpPr>
        <p:spPr>
          <a:xfrm>
            <a:off x="4607504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3D3B070-5BF6-1A09-6614-65B440EE2A95}"/>
              </a:ext>
            </a:extLst>
          </p:cNvPr>
          <p:cNvSpPr/>
          <p:nvPr/>
        </p:nvSpPr>
        <p:spPr>
          <a:xfrm>
            <a:off x="4958542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481CEC2-4112-DC33-FAAB-E9A0E9104F41}"/>
              </a:ext>
            </a:extLst>
          </p:cNvPr>
          <p:cNvSpPr/>
          <p:nvPr/>
        </p:nvSpPr>
        <p:spPr>
          <a:xfrm>
            <a:off x="5309580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DD62048-75CC-A831-99DA-E2514D285B2B}"/>
              </a:ext>
            </a:extLst>
          </p:cNvPr>
          <p:cNvSpPr/>
          <p:nvPr/>
        </p:nvSpPr>
        <p:spPr>
          <a:xfrm>
            <a:off x="5660618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08DDC46-6661-AF63-0AB8-9C0AE33173E5}"/>
              </a:ext>
            </a:extLst>
          </p:cNvPr>
          <p:cNvSpPr/>
          <p:nvPr/>
        </p:nvSpPr>
        <p:spPr>
          <a:xfrm>
            <a:off x="6272189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278AE78-3F2C-E868-6730-76F3A8957A80}"/>
              </a:ext>
            </a:extLst>
          </p:cNvPr>
          <p:cNvSpPr/>
          <p:nvPr/>
        </p:nvSpPr>
        <p:spPr>
          <a:xfrm>
            <a:off x="6623227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47A7BD4-A0F1-ADAE-B350-16BDEE97EEC1}"/>
              </a:ext>
            </a:extLst>
          </p:cNvPr>
          <p:cNvSpPr/>
          <p:nvPr/>
        </p:nvSpPr>
        <p:spPr>
          <a:xfrm>
            <a:off x="6974265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DEEBC60-BE0E-5DA3-FA32-D42D0175BB4A}"/>
              </a:ext>
            </a:extLst>
          </p:cNvPr>
          <p:cNvSpPr/>
          <p:nvPr/>
        </p:nvSpPr>
        <p:spPr>
          <a:xfrm>
            <a:off x="7325303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61BE073-075F-588D-3533-627D8023E410}"/>
              </a:ext>
            </a:extLst>
          </p:cNvPr>
          <p:cNvSpPr/>
          <p:nvPr/>
        </p:nvSpPr>
        <p:spPr>
          <a:xfrm>
            <a:off x="7676341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A68817E-6369-ADE0-30FA-25ED29FC5A08}"/>
              </a:ext>
            </a:extLst>
          </p:cNvPr>
          <p:cNvSpPr/>
          <p:nvPr/>
        </p:nvSpPr>
        <p:spPr>
          <a:xfrm>
            <a:off x="8027379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46ED563-9B7D-5A29-1CA4-ADFF815C223F}"/>
              </a:ext>
            </a:extLst>
          </p:cNvPr>
          <p:cNvSpPr/>
          <p:nvPr/>
        </p:nvSpPr>
        <p:spPr>
          <a:xfrm>
            <a:off x="8378417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AF05C725-A644-0EDE-5ED9-C8F2931854BB}"/>
              </a:ext>
            </a:extLst>
          </p:cNvPr>
          <p:cNvSpPr/>
          <p:nvPr/>
        </p:nvSpPr>
        <p:spPr>
          <a:xfrm>
            <a:off x="8729456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B3D2A6B-4EF0-7D61-CC6B-97B8F90BD21D}"/>
              </a:ext>
            </a:extLst>
          </p:cNvPr>
          <p:cNvSpPr/>
          <p:nvPr/>
        </p:nvSpPr>
        <p:spPr>
          <a:xfrm>
            <a:off x="9078933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9FFDCE2-879E-B4D7-E364-E75B91666E5E}"/>
              </a:ext>
            </a:extLst>
          </p:cNvPr>
          <p:cNvSpPr/>
          <p:nvPr/>
        </p:nvSpPr>
        <p:spPr>
          <a:xfrm>
            <a:off x="9429971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3578E41-40F5-378B-A71A-EAF7C27F616D}"/>
              </a:ext>
            </a:extLst>
          </p:cNvPr>
          <p:cNvSpPr/>
          <p:nvPr/>
        </p:nvSpPr>
        <p:spPr>
          <a:xfrm>
            <a:off x="9781009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B3AA6775-8657-7C3B-FFCC-5350A83C9528}"/>
              </a:ext>
            </a:extLst>
          </p:cNvPr>
          <p:cNvSpPr/>
          <p:nvPr/>
        </p:nvSpPr>
        <p:spPr>
          <a:xfrm>
            <a:off x="10132047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6B306F3-E595-2D71-8D5B-B7D12CB30AE6}"/>
              </a:ext>
            </a:extLst>
          </p:cNvPr>
          <p:cNvSpPr/>
          <p:nvPr/>
        </p:nvSpPr>
        <p:spPr>
          <a:xfrm>
            <a:off x="10483086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1E9A7AB-5EDB-969A-0D3F-F59829390EDF}"/>
              </a:ext>
            </a:extLst>
          </p:cNvPr>
          <p:cNvSpPr/>
          <p:nvPr/>
        </p:nvSpPr>
        <p:spPr>
          <a:xfrm>
            <a:off x="10834124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F16B2236-4AEA-0194-219A-8CB4A2CDCD99}"/>
              </a:ext>
            </a:extLst>
          </p:cNvPr>
          <p:cNvSpPr/>
          <p:nvPr/>
        </p:nvSpPr>
        <p:spPr>
          <a:xfrm>
            <a:off x="11185162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55FF92AE-2128-025B-6203-82AE50051108}"/>
              </a:ext>
            </a:extLst>
          </p:cNvPr>
          <p:cNvSpPr/>
          <p:nvPr/>
        </p:nvSpPr>
        <p:spPr>
          <a:xfrm>
            <a:off x="11536200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E2949C1-3D63-F291-06D1-2CE2000DB204}"/>
              </a:ext>
            </a:extLst>
          </p:cNvPr>
          <p:cNvSpPr txBox="1"/>
          <p:nvPr/>
        </p:nvSpPr>
        <p:spPr>
          <a:xfrm>
            <a:off x="5951005" y="3020504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.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B05290C-2657-1B9C-1723-3DA6351ABB14}"/>
              </a:ext>
            </a:extLst>
          </p:cNvPr>
          <p:cNvSpPr txBox="1"/>
          <p:nvPr/>
        </p:nvSpPr>
        <p:spPr>
          <a:xfrm>
            <a:off x="667295" y="2186848"/>
            <a:ext cx="2895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800">
                <a:latin typeface="Consolas" panose="020B0609020204030204" pitchFamily="49" charset="0"/>
              </a:rPr>
              <a:t>고정소수점 방식</a:t>
            </a:r>
          </a:p>
        </p:txBody>
      </p:sp>
    </p:spTree>
    <p:extLst>
      <p:ext uri="{BB962C8B-B14F-4D97-AF65-F5344CB8AC3E}">
        <p14:creationId xmlns:p14="http://schemas.microsoft.com/office/powerpoint/2010/main" val="1992271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60C382-1C2B-C0F1-2164-36E9774AE59B}"/>
              </a:ext>
            </a:extLst>
          </p:cNvPr>
          <p:cNvSpPr txBox="1"/>
          <p:nvPr/>
        </p:nvSpPr>
        <p:spPr>
          <a:xfrm>
            <a:off x="523301" y="435166"/>
            <a:ext cx="19591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f = 10.25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EDBF3F-56A3-99AB-7FAD-5541DC11CAA0}"/>
              </a:ext>
            </a:extLst>
          </p:cNvPr>
          <p:cNvSpPr txBox="1"/>
          <p:nvPr/>
        </p:nvSpPr>
        <p:spPr>
          <a:xfrm>
            <a:off x="3825078" y="1214006"/>
            <a:ext cx="15648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1010.01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0D6E8E8-36B5-1F51-9A83-C0EB73C21FB3}"/>
              </a:ext>
            </a:extLst>
          </p:cNvPr>
          <p:cNvSpPr/>
          <p:nvPr/>
        </p:nvSpPr>
        <p:spPr>
          <a:xfrm>
            <a:off x="396607" y="2880911"/>
            <a:ext cx="351038" cy="548089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55DCBF8-ECDF-9D13-949D-093BF98F391B}"/>
              </a:ext>
            </a:extLst>
          </p:cNvPr>
          <p:cNvSpPr/>
          <p:nvPr/>
        </p:nvSpPr>
        <p:spPr>
          <a:xfrm>
            <a:off x="747645" y="2880911"/>
            <a:ext cx="351038" cy="54808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2CE4193-ABE0-0831-5E96-670FDB36C08F}"/>
              </a:ext>
            </a:extLst>
          </p:cNvPr>
          <p:cNvSpPr/>
          <p:nvPr/>
        </p:nvSpPr>
        <p:spPr>
          <a:xfrm>
            <a:off x="1098683" y="2880911"/>
            <a:ext cx="351038" cy="54808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F13A1E1-1873-7E56-C86D-5A4CC09A4558}"/>
              </a:ext>
            </a:extLst>
          </p:cNvPr>
          <p:cNvSpPr/>
          <p:nvPr/>
        </p:nvSpPr>
        <p:spPr>
          <a:xfrm>
            <a:off x="1449721" y="2880911"/>
            <a:ext cx="351038" cy="54808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51F5EAA-B03E-FE8D-A1CB-A24F688B2DCB}"/>
              </a:ext>
            </a:extLst>
          </p:cNvPr>
          <p:cNvSpPr/>
          <p:nvPr/>
        </p:nvSpPr>
        <p:spPr>
          <a:xfrm>
            <a:off x="1800759" y="2880911"/>
            <a:ext cx="351038" cy="54808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3008699-46A4-3259-11A7-0DDFB6482363}"/>
              </a:ext>
            </a:extLst>
          </p:cNvPr>
          <p:cNvSpPr/>
          <p:nvPr/>
        </p:nvSpPr>
        <p:spPr>
          <a:xfrm>
            <a:off x="2151798" y="2880911"/>
            <a:ext cx="351038" cy="54808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59A044A-665F-7C79-9455-F0F6B029C830}"/>
              </a:ext>
            </a:extLst>
          </p:cNvPr>
          <p:cNvSpPr/>
          <p:nvPr/>
        </p:nvSpPr>
        <p:spPr>
          <a:xfrm>
            <a:off x="2502836" y="2880911"/>
            <a:ext cx="351038" cy="54808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96AD2B4-72AB-2D5F-C59E-617C1000148E}"/>
              </a:ext>
            </a:extLst>
          </p:cNvPr>
          <p:cNvSpPr/>
          <p:nvPr/>
        </p:nvSpPr>
        <p:spPr>
          <a:xfrm>
            <a:off x="2853874" y="2880911"/>
            <a:ext cx="351038" cy="54808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E40ECB3-1A31-B7ED-15FF-97C7A720271D}"/>
              </a:ext>
            </a:extLst>
          </p:cNvPr>
          <p:cNvSpPr/>
          <p:nvPr/>
        </p:nvSpPr>
        <p:spPr>
          <a:xfrm>
            <a:off x="3203351" y="2880911"/>
            <a:ext cx="351038" cy="54808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B97C9E2-8558-9AA3-2DB4-F6EC555AEFE3}"/>
              </a:ext>
            </a:extLst>
          </p:cNvPr>
          <p:cNvSpPr/>
          <p:nvPr/>
        </p:nvSpPr>
        <p:spPr>
          <a:xfrm>
            <a:off x="3554389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A6ABCF6-7849-8D48-EAEA-047715F8C112}"/>
              </a:ext>
            </a:extLst>
          </p:cNvPr>
          <p:cNvSpPr/>
          <p:nvPr/>
        </p:nvSpPr>
        <p:spPr>
          <a:xfrm>
            <a:off x="3905428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A10DEBB-936F-96D7-6EA6-EA7591A3E718}"/>
              </a:ext>
            </a:extLst>
          </p:cNvPr>
          <p:cNvSpPr/>
          <p:nvPr/>
        </p:nvSpPr>
        <p:spPr>
          <a:xfrm>
            <a:off x="4256466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6182AFE-6652-DAF7-8C2E-EC4BE71A5233}"/>
              </a:ext>
            </a:extLst>
          </p:cNvPr>
          <p:cNvSpPr/>
          <p:nvPr/>
        </p:nvSpPr>
        <p:spPr>
          <a:xfrm>
            <a:off x="4607504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3D3B070-5BF6-1A09-6614-65B440EE2A95}"/>
              </a:ext>
            </a:extLst>
          </p:cNvPr>
          <p:cNvSpPr/>
          <p:nvPr/>
        </p:nvSpPr>
        <p:spPr>
          <a:xfrm>
            <a:off x="4958542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481CEC2-4112-DC33-FAAB-E9A0E9104F41}"/>
              </a:ext>
            </a:extLst>
          </p:cNvPr>
          <p:cNvSpPr/>
          <p:nvPr/>
        </p:nvSpPr>
        <p:spPr>
          <a:xfrm>
            <a:off x="5309580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DD62048-75CC-A831-99DA-E2514D285B2B}"/>
              </a:ext>
            </a:extLst>
          </p:cNvPr>
          <p:cNvSpPr/>
          <p:nvPr/>
        </p:nvSpPr>
        <p:spPr>
          <a:xfrm>
            <a:off x="5660618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08DDC46-6661-AF63-0AB8-9C0AE33173E5}"/>
              </a:ext>
            </a:extLst>
          </p:cNvPr>
          <p:cNvSpPr/>
          <p:nvPr/>
        </p:nvSpPr>
        <p:spPr>
          <a:xfrm>
            <a:off x="6015710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278AE78-3F2C-E868-6730-76F3A8957A80}"/>
              </a:ext>
            </a:extLst>
          </p:cNvPr>
          <p:cNvSpPr/>
          <p:nvPr/>
        </p:nvSpPr>
        <p:spPr>
          <a:xfrm>
            <a:off x="6366748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47A7BD4-A0F1-ADAE-B350-16BDEE97EEC1}"/>
              </a:ext>
            </a:extLst>
          </p:cNvPr>
          <p:cNvSpPr/>
          <p:nvPr/>
        </p:nvSpPr>
        <p:spPr>
          <a:xfrm>
            <a:off x="6717786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DEEBC60-BE0E-5DA3-FA32-D42D0175BB4A}"/>
              </a:ext>
            </a:extLst>
          </p:cNvPr>
          <p:cNvSpPr/>
          <p:nvPr/>
        </p:nvSpPr>
        <p:spPr>
          <a:xfrm>
            <a:off x="7068824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61BE073-075F-588D-3533-627D8023E410}"/>
              </a:ext>
            </a:extLst>
          </p:cNvPr>
          <p:cNvSpPr/>
          <p:nvPr/>
        </p:nvSpPr>
        <p:spPr>
          <a:xfrm>
            <a:off x="7419862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A68817E-6369-ADE0-30FA-25ED29FC5A08}"/>
              </a:ext>
            </a:extLst>
          </p:cNvPr>
          <p:cNvSpPr/>
          <p:nvPr/>
        </p:nvSpPr>
        <p:spPr>
          <a:xfrm>
            <a:off x="7770900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46ED563-9B7D-5A29-1CA4-ADFF815C223F}"/>
              </a:ext>
            </a:extLst>
          </p:cNvPr>
          <p:cNvSpPr/>
          <p:nvPr/>
        </p:nvSpPr>
        <p:spPr>
          <a:xfrm>
            <a:off x="8121938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AF05C725-A644-0EDE-5ED9-C8F2931854BB}"/>
              </a:ext>
            </a:extLst>
          </p:cNvPr>
          <p:cNvSpPr/>
          <p:nvPr/>
        </p:nvSpPr>
        <p:spPr>
          <a:xfrm>
            <a:off x="8472977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B3D2A6B-4EF0-7D61-CC6B-97B8F90BD21D}"/>
              </a:ext>
            </a:extLst>
          </p:cNvPr>
          <p:cNvSpPr/>
          <p:nvPr/>
        </p:nvSpPr>
        <p:spPr>
          <a:xfrm>
            <a:off x="8822454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9FFDCE2-879E-B4D7-E364-E75B91666E5E}"/>
              </a:ext>
            </a:extLst>
          </p:cNvPr>
          <p:cNvSpPr/>
          <p:nvPr/>
        </p:nvSpPr>
        <p:spPr>
          <a:xfrm>
            <a:off x="9173492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3578E41-40F5-378B-A71A-EAF7C27F616D}"/>
              </a:ext>
            </a:extLst>
          </p:cNvPr>
          <p:cNvSpPr/>
          <p:nvPr/>
        </p:nvSpPr>
        <p:spPr>
          <a:xfrm>
            <a:off x="9524530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B3AA6775-8657-7C3B-FFCC-5350A83C9528}"/>
              </a:ext>
            </a:extLst>
          </p:cNvPr>
          <p:cNvSpPr/>
          <p:nvPr/>
        </p:nvSpPr>
        <p:spPr>
          <a:xfrm>
            <a:off x="9875568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6B306F3-E595-2D71-8D5B-B7D12CB30AE6}"/>
              </a:ext>
            </a:extLst>
          </p:cNvPr>
          <p:cNvSpPr/>
          <p:nvPr/>
        </p:nvSpPr>
        <p:spPr>
          <a:xfrm>
            <a:off x="10226607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1E9A7AB-5EDB-969A-0D3F-F59829390EDF}"/>
              </a:ext>
            </a:extLst>
          </p:cNvPr>
          <p:cNvSpPr/>
          <p:nvPr/>
        </p:nvSpPr>
        <p:spPr>
          <a:xfrm>
            <a:off x="10577645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F16B2236-4AEA-0194-219A-8CB4A2CDCD99}"/>
              </a:ext>
            </a:extLst>
          </p:cNvPr>
          <p:cNvSpPr/>
          <p:nvPr/>
        </p:nvSpPr>
        <p:spPr>
          <a:xfrm>
            <a:off x="10928683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55FF92AE-2128-025B-6203-82AE50051108}"/>
              </a:ext>
            </a:extLst>
          </p:cNvPr>
          <p:cNvSpPr/>
          <p:nvPr/>
        </p:nvSpPr>
        <p:spPr>
          <a:xfrm>
            <a:off x="11279721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B05290C-2657-1B9C-1723-3DA6351ABB14}"/>
              </a:ext>
            </a:extLst>
          </p:cNvPr>
          <p:cNvSpPr txBox="1"/>
          <p:nvPr/>
        </p:nvSpPr>
        <p:spPr>
          <a:xfrm>
            <a:off x="667295" y="2186848"/>
            <a:ext cx="4007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800">
                <a:latin typeface="Consolas" panose="020B0609020204030204" pitchFamily="49" charset="0"/>
              </a:rPr>
              <a:t>부동</a:t>
            </a:r>
            <a:r>
              <a:rPr lang="en-US" altLang="ko-KR" sz="2800">
                <a:latin typeface="Consolas" panose="020B0609020204030204" pitchFamily="49" charset="0"/>
              </a:rPr>
              <a:t>(</a:t>
            </a:r>
            <a:r>
              <a:rPr lang="ko-KR" altLang="en-US" sz="2800">
                <a:latin typeface="Consolas" panose="020B0609020204030204" pitchFamily="49" charset="0"/>
              </a:rPr>
              <a:t>浮動</a:t>
            </a:r>
            <a:r>
              <a:rPr lang="en-US" altLang="ko-KR" sz="2800">
                <a:latin typeface="Consolas" panose="020B0609020204030204" pitchFamily="49" charset="0"/>
              </a:rPr>
              <a:t>)</a:t>
            </a:r>
            <a:r>
              <a:rPr lang="ko-KR" altLang="en-US" sz="2800">
                <a:latin typeface="Consolas" panose="020B0609020204030204" pitchFamily="49" charset="0"/>
              </a:rPr>
              <a:t>소수점 방식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019638-7AED-3A22-5055-8CDEA6CAABB8}"/>
              </a:ext>
            </a:extLst>
          </p:cNvPr>
          <p:cNvSpPr txBox="1"/>
          <p:nvPr/>
        </p:nvSpPr>
        <p:spPr>
          <a:xfrm>
            <a:off x="5951005" y="142778"/>
            <a:ext cx="56092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1000000000 =&gt; 0.1*10^10 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413DAE-EA25-DEEA-1B6A-FA1655B635DC}"/>
              </a:ext>
            </a:extLst>
          </p:cNvPr>
          <p:cNvSpPr txBox="1"/>
          <p:nvPr/>
        </p:nvSpPr>
        <p:spPr>
          <a:xfrm>
            <a:off x="6141923" y="1211216"/>
            <a:ext cx="2550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0.101001*2^4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D2CB59-0079-2174-7A4D-605834FEF393}"/>
              </a:ext>
            </a:extLst>
          </p:cNvPr>
          <p:cNvSpPr txBox="1"/>
          <p:nvPr/>
        </p:nvSpPr>
        <p:spPr>
          <a:xfrm>
            <a:off x="357241" y="3415310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s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436080-0CAE-A7D1-A6EE-4EC5D83B4021}"/>
              </a:ext>
            </a:extLst>
          </p:cNvPr>
          <p:cNvSpPr txBox="1"/>
          <p:nvPr/>
        </p:nvSpPr>
        <p:spPr>
          <a:xfrm>
            <a:off x="1976278" y="3429000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e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B5BE3C-6697-8CE4-E632-B550894DA795}"/>
              </a:ext>
            </a:extLst>
          </p:cNvPr>
          <p:cNvSpPr txBox="1"/>
          <p:nvPr/>
        </p:nvSpPr>
        <p:spPr>
          <a:xfrm>
            <a:off x="4657924" y="3415310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m</a:t>
            </a:r>
            <a:endParaRPr lang="ko-KR" altLang="en-US" sz="28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995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60C382-1C2B-C0F1-2164-36E9774AE59B}"/>
              </a:ext>
            </a:extLst>
          </p:cNvPr>
          <p:cNvSpPr txBox="1"/>
          <p:nvPr/>
        </p:nvSpPr>
        <p:spPr>
          <a:xfrm>
            <a:off x="523301" y="435166"/>
            <a:ext cx="19591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f = 10.25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EDBF3F-56A3-99AB-7FAD-5541DC11CAA0}"/>
              </a:ext>
            </a:extLst>
          </p:cNvPr>
          <p:cNvSpPr txBox="1"/>
          <p:nvPr/>
        </p:nvSpPr>
        <p:spPr>
          <a:xfrm>
            <a:off x="3825078" y="1214006"/>
            <a:ext cx="15648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1010.01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0D6E8E8-36B5-1F51-9A83-C0EB73C21FB3}"/>
              </a:ext>
            </a:extLst>
          </p:cNvPr>
          <p:cNvSpPr/>
          <p:nvPr/>
        </p:nvSpPr>
        <p:spPr>
          <a:xfrm>
            <a:off x="396607" y="2880911"/>
            <a:ext cx="351038" cy="548089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55DCBF8-ECDF-9D13-949D-093BF98F391B}"/>
              </a:ext>
            </a:extLst>
          </p:cNvPr>
          <p:cNvSpPr/>
          <p:nvPr/>
        </p:nvSpPr>
        <p:spPr>
          <a:xfrm>
            <a:off x="747645" y="2880911"/>
            <a:ext cx="351038" cy="54808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2CE4193-ABE0-0831-5E96-670FDB36C08F}"/>
              </a:ext>
            </a:extLst>
          </p:cNvPr>
          <p:cNvSpPr/>
          <p:nvPr/>
        </p:nvSpPr>
        <p:spPr>
          <a:xfrm>
            <a:off x="1098683" y="2880911"/>
            <a:ext cx="351038" cy="54808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F13A1E1-1873-7E56-C86D-5A4CC09A4558}"/>
              </a:ext>
            </a:extLst>
          </p:cNvPr>
          <p:cNvSpPr/>
          <p:nvPr/>
        </p:nvSpPr>
        <p:spPr>
          <a:xfrm>
            <a:off x="1449721" y="2880911"/>
            <a:ext cx="351038" cy="54808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51F5EAA-B03E-FE8D-A1CB-A24F688B2DCB}"/>
              </a:ext>
            </a:extLst>
          </p:cNvPr>
          <p:cNvSpPr/>
          <p:nvPr/>
        </p:nvSpPr>
        <p:spPr>
          <a:xfrm>
            <a:off x="1800759" y="2880911"/>
            <a:ext cx="351038" cy="54808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3008699-46A4-3259-11A7-0DDFB6482363}"/>
              </a:ext>
            </a:extLst>
          </p:cNvPr>
          <p:cNvSpPr/>
          <p:nvPr/>
        </p:nvSpPr>
        <p:spPr>
          <a:xfrm>
            <a:off x="2151798" y="2880911"/>
            <a:ext cx="351038" cy="54808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59A044A-665F-7C79-9455-F0F6B029C830}"/>
              </a:ext>
            </a:extLst>
          </p:cNvPr>
          <p:cNvSpPr/>
          <p:nvPr/>
        </p:nvSpPr>
        <p:spPr>
          <a:xfrm>
            <a:off x="2502836" y="2880911"/>
            <a:ext cx="351038" cy="54808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96AD2B4-72AB-2D5F-C59E-617C1000148E}"/>
              </a:ext>
            </a:extLst>
          </p:cNvPr>
          <p:cNvSpPr/>
          <p:nvPr/>
        </p:nvSpPr>
        <p:spPr>
          <a:xfrm>
            <a:off x="2853874" y="2880911"/>
            <a:ext cx="351038" cy="54808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E40ECB3-1A31-B7ED-15FF-97C7A720271D}"/>
              </a:ext>
            </a:extLst>
          </p:cNvPr>
          <p:cNvSpPr/>
          <p:nvPr/>
        </p:nvSpPr>
        <p:spPr>
          <a:xfrm>
            <a:off x="3203351" y="2880911"/>
            <a:ext cx="351038" cy="548089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B97C9E2-8558-9AA3-2DB4-F6EC555AEFE3}"/>
              </a:ext>
            </a:extLst>
          </p:cNvPr>
          <p:cNvSpPr/>
          <p:nvPr/>
        </p:nvSpPr>
        <p:spPr>
          <a:xfrm>
            <a:off x="3554389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A6ABCF6-7849-8D48-EAEA-047715F8C112}"/>
              </a:ext>
            </a:extLst>
          </p:cNvPr>
          <p:cNvSpPr/>
          <p:nvPr/>
        </p:nvSpPr>
        <p:spPr>
          <a:xfrm>
            <a:off x="3905428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A10DEBB-936F-96D7-6EA6-EA7591A3E718}"/>
              </a:ext>
            </a:extLst>
          </p:cNvPr>
          <p:cNvSpPr/>
          <p:nvPr/>
        </p:nvSpPr>
        <p:spPr>
          <a:xfrm>
            <a:off x="4256466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6182AFE-6652-DAF7-8C2E-EC4BE71A5233}"/>
              </a:ext>
            </a:extLst>
          </p:cNvPr>
          <p:cNvSpPr/>
          <p:nvPr/>
        </p:nvSpPr>
        <p:spPr>
          <a:xfrm>
            <a:off x="4607504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3D3B070-5BF6-1A09-6614-65B440EE2A95}"/>
              </a:ext>
            </a:extLst>
          </p:cNvPr>
          <p:cNvSpPr/>
          <p:nvPr/>
        </p:nvSpPr>
        <p:spPr>
          <a:xfrm>
            <a:off x="4958542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481CEC2-4112-DC33-FAAB-E9A0E9104F41}"/>
              </a:ext>
            </a:extLst>
          </p:cNvPr>
          <p:cNvSpPr/>
          <p:nvPr/>
        </p:nvSpPr>
        <p:spPr>
          <a:xfrm>
            <a:off x="5309580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DD62048-75CC-A831-99DA-E2514D285B2B}"/>
              </a:ext>
            </a:extLst>
          </p:cNvPr>
          <p:cNvSpPr/>
          <p:nvPr/>
        </p:nvSpPr>
        <p:spPr>
          <a:xfrm>
            <a:off x="5660618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08DDC46-6661-AF63-0AB8-9C0AE33173E5}"/>
              </a:ext>
            </a:extLst>
          </p:cNvPr>
          <p:cNvSpPr/>
          <p:nvPr/>
        </p:nvSpPr>
        <p:spPr>
          <a:xfrm>
            <a:off x="6015710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278AE78-3F2C-E868-6730-76F3A8957A80}"/>
              </a:ext>
            </a:extLst>
          </p:cNvPr>
          <p:cNvSpPr/>
          <p:nvPr/>
        </p:nvSpPr>
        <p:spPr>
          <a:xfrm>
            <a:off x="6366748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47A7BD4-A0F1-ADAE-B350-16BDEE97EEC1}"/>
              </a:ext>
            </a:extLst>
          </p:cNvPr>
          <p:cNvSpPr/>
          <p:nvPr/>
        </p:nvSpPr>
        <p:spPr>
          <a:xfrm>
            <a:off x="6717786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DEEBC60-BE0E-5DA3-FA32-D42D0175BB4A}"/>
              </a:ext>
            </a:extLst>
          </p:cNvPr>
          <p:cNvSpPr/>
          <p:nvPr/>
        </p:nvSpPr>
        <p:spPr>
          <a:xfrm>
            <a:off x="7068824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61BE073-075F-588D-3533-627D8023E410}"/>
              </a:ext>
            </a:extLst>
          </p:cNvPr>
          <p:cNvSpPr/>
          <p:nvPr/>
        </p:nvSpPr>
        <p:spPr>
          <a:xfrm>
            <a:off x="7419862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A68817E-6369-ADE0-30FA-25ED29FC5A08}"/>
              </a:ext>
            </a:extLst>
          </p:cNvPr>
          <p:cNvSpPr/>
          <p:nvPr/>
        </p:nvSpPr>
        <p:spPr>
          <a:xfrm>
            <a:off x="7770900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46ED563-9B7D-5A29-1CA4-ADFF815C223F}"/>
              </a:ext>
            </a:extLst>
          </p:cNvPr>
          <p:cNvSpPr/>
          <p:nvPr/>
        </p:nvSpPr>
        <p:spPr>
          <a:xfrm>
            <a:off x="8121938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AF05C725-A644-0EDE-5ED9-C8F2931854BB}"/>
              </a:ext>
            </a:extLst>
          </p:cNvPr>
          <p:cNvSpPr/>
          <p:nvPr/>
        </p:nvSpPr>
        <p:spPr>
          <a:xfrm>
            <a:off x="8472977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B3D2A6B-4EF0-7D61-CC6B-97B8F90BD21D}"/>
              </a:ext>
            </a:extLst>
          </p:cNvPr>
          <p:cNvSpPr/>
          <p:nvPr/>
        </p:nvSpPr>
        <p:spPr>
          <a:xfrm>
            <a:off x="8822454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9FFDCE2-879E-B4D7-E364-E75B91666E5E}"/>
              </a:ext>
            </a:extLst>
          </p:cNvPr>
          <p:cNvSpPr/>
          <p:nvPr/>
        </p:nvSpPr>
        <p:spPr>
          <a:xfrm>
            <a:off x="9173492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3578E41-40F5-378B-A71A-EAF7C27F616D}"/>
              </a:ext>
            </a:extLst>
          </p:cNvPr>
          <p:cNvSpPr/>
          <p:nvPr/>
        </p:nvSpPr>
        <p:spPr>
          <a:xfrm>
            <a:off x="9524530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B3AA6775-8657-7C3B-FFCC-5350A83C9528}"/>
              </a:ext>
            </a:extLst>
          </p:cNvPr>
          <p:cNvSpPr/>
          <p:nvPr/>
        </p:nvSpPr>
        <p:spPr>
          <a:xfrm>
            <a:off x="9875568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6B306F3-E595-2D71-8D5B-B7D12CB30AE6}"/>
              </a:ext>
            </a:extLst>
          </p:cNvPr>
          <p:cNvSpPr/>
          <p:nvPr/>
        </p:nvSpPr>
        <p:spPr>
          <a:xfrm>
            <a:off x="10226607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1E9A7AB-5EDB-969A-0D3F-F59829390EDF}"/>
              </a:ext>
            </a:extLst>
          </p:cNvPr>
          <p:cNvSpPr/>
          <p:nvPr/>
        </p:nvSpPr>
        <p:spPr>
          <a:xfrm>
            <a:off x="10577645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F16B2236-4AEA-0194-219A-8CB4A2CDCD99}"/>
              </a:ext>
            </a:extLst>
          </p:cNvPr>
          <p:cNvSpPr/>
          <p:nvPr/>
        </p:nvSpPr>
        <p:spPr>
          <a:xfrm>
            <a:off x="10928683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55FF92AE-2128-025B-6203-82AE50051108}"/>
              </a:ext>
            </a:extLst>
          </p:cNvPr>
          <p:cNvSpPr/>
          <p:nvPr/>
        </p:nvSpPr>
        <p:spPr>
          <a:xfrm>
            <a:off x="11279721" y="2880911"/>
            <a:ext cx="351038" cy="5480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B05290C-2657-1B9C-1723-3DA6351ABB14}"/>
              </a:ext>
            </a:extLst>
          </p:cNvPr>
          <p:cNvSpPr txBox="1"/>
          <p:nvPr/>
        </p:nvSpPr>
        <p:spPr>
          <a:xfrm>
            <a:off x="667295" y="2186848"/>
            <a:ext cx="4007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800">
                <a:latin typeface="Consolas" panose="020B0609020204030204" pitchFamily="49" charset="0"/>
              </a:rPr>
              <a:t>부동</a:t>
            </a:r>
            <a:r>
              <a:rPr lang="en-US" altLang="ko-KR" sz="2800">
                <a:latin typeface="Consolas" panose="020B0609020204030204" pitchFamily="49" charset="0"/>
              </a:rPr>
              <a:t>(</a:t>
            </a:r>
            <a:r>
              <a:rPr lang="ko-KR" altLang="en-US" sz="2800">
                <a:latin typeface="Consolas" panose="020B0609020204030204" pitchFamily="49" charset="0"/>
              </a:rPr>
              <a:t>浮動</a:t>
            </a:r>
            <a:r>
              <a:rPr lang="en-US" altLang="ko-KR" sz="2800">
                <a:latin typeface="Consolas" panose="020B0609020204030204" pitchFamily="49" charset="0"/>
              </a:rPr>
              <a:t>)</a:t>
            </a:r>
            <a:r>
              <a:rPr lang="ko-KR" altLang="en-US" sz="2800">
                <a:latin typeface="Consolas" panose="020B0609020204030204" pitchFamily="49" charset="0"/>
              </a:rPr>
              <a:t>소수점 방식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019638-7AED-3A22-5055-8CDEA6CAABB8}"/>
              </a:ext>
            </a:extLst>
          </p:cNvPr>
          <p:cNvSpPr txBox="1"/>
          <p:nvPr/>
        </p:nvSpPr>
        <p:spPr>
          <a:xfrm>
            <a:off x="5999005" y="-69095"/>
            <a:ext cx="56092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1000000000 =&gt; 0.1*10^10 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413DAE-EA25-DEEA-1B6A-FA1655B635DC}"/>
              </a:ext>
            </a:extLst>
          </p:cNvPr>
          <p:cNvSpPr txBox="1"/>
          <p:nvPr/>
        </p:nvSpPr>
        <p:spPr>
          <a:xfrm>
            <a:off x="6096000" y="1214006"/>
            <a:ext cx="23535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1.01001*2^3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D2CB59-0079-2174-7A4D-605834FEF393}"/>
              </a:ext>
            </a:extLst>
          </p:cNvPr>
          <p:cNvSpPr txBox="1"/>
          <p:nvPr/>
        </p:nvSpPr>
        <p:spPr>
          <a:xfrm>
            <a:off x="357241" y="3415310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s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436080-0CAE-A7D1-A6EE-4EC5D83B4021}"/>
              </a:ext>
            </a:extLst>
          </p:cNvPr>
          <p:cNvSpPr txBox="1"/>
          <p:nvPr/>
        </p:nvSpPr>
        <p:spPr>
          <a:xfrm>
            <a:off x="1976278" y="3429000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e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B5BE3C-6697-8CE4-E632-B550894DA795}"/>
              </a:ext>
            </a:extLst>
          </p:cNvPr>
          <p:cNvSpPr txBox="1"/>
          <p:nvPr/>
        </p:nvSpPr>
        <p:spPr>
          <a:xfrm>
            <a:off x="4657924" y="3415310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m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C8C1D9-061B-9801-A9D0-EAD6E1532652}"/>
              </a:ext>
            </a:extLst>
          </p:cNvPr>
          <p:cNvSpPr txBox="1"/>
          <p:nvPr/>
        </p:nvSpPr>
        <p:spPr>
          <a:xfrm>
            <a:off x="5804084" y="435166"/>
            <a:ext cx="65133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0.00000000001 =&gt; 0.1*10^-10 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467C92-CE70-E37D-79A2-D0715131E1DB}"/>
              </a:ext>
            </a:extLst>
          </p:cNvPr>
          <p:cNvSpPr txBox="1"/>
          <p:nvPr/>
        </p:nvSpPr>
        <p:spPr>
          <a:xfrm>
            <a:off x="5943928" y="1853430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3+127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111188-F2F1-E2C0-5BE6-9ADC3D0DBF2A}"/>
                  </a:ext>
                </a:extLst>
              </p:cNvPr>
              <p:cNvSpPr txBox="1"/>
              <p:nvPr/>
            </p:nvSpPr>
            <p:spPr>
              <a:xfrm>
                <a:off x="3654812" y="4248615"/>
                <a:ext cx="4904740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4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altLang="ko-KR" sz="4000" b="0" i="1" smtClean="0">
                          <a:latin typeface="Cambria Math" panose="02040503050406030204" pitchFamily="18" charset="0"/>
                        </a:rPr>
                        <m:t>∗1.</m:t>
                      </m:r>
                      <m:r>
                        <a:rPr lang="en-US" altLang="ko-KR" sz="4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ko-KR" sz="4000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−127</m:t>
                          </m:r>
                        </m:sup>
                      </m:sSup>
                    </m:oMath>
                  </m:oMathPara>
                </a14:m>
                <a:endParaRPr lang="ko-KR" altLang="en-US" sz="400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111188-F2F1-E2C0-5BE6-9ADC3D0DB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4812" y="4248615"/>
                <a:ext cx="4904740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47A667F-E47D-FAF1-E95C-051DCF99E794}"/>
              </a:ext>
            </a:extLst>
          </p:cNvPr>
          <p:cNvSpPr txBox="1"/>
          <p:nvPr/>
        </p:nvSpPr>
        <p:spPr>
          <a:xfrm>
            <a:off x="4943143" y="4912643"/>
            <a:ext cx="17620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IEEE 754</a:t>
            </a:r>
            <a:endParaRPr lang="ko-KR" altLang="en-US" sz="28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116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>
              <a:lumMod val="50000"/>
            </a:schemeClr>
          </a:solidFill>
        </a:ln>
      </a:spPr>
      <a:bodyPr lIns="36000" rIns="36000" rtlCol="0" anchor="ctr"/>
      <a:lstStyle>
        <a:defPPr algn="ctr">
          <a:defRPr sz="2000" smtClean="0">
            <a:solidFill>
              <a:schemeClr val="tx1"/>
            </a:solidFill>
            <a:latin typeface="Consolas" panose="020B0609020204030204" pitchFamily="49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smtClean="0">
            <a:latin typeface="Consolas" panose="020B0609020204030204" pitchFamily="49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3233</TotalTime>
  <Words>96</Words>
  <Application>Microsoft Office PowerPoint</Application>
  <PresentationFormat>와이드스크린</PresentationFormat>
  <Paragraphs>64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Arial</vt:lpstr>
      <vt:lpstr>Cambria Math</vt:lpstr>
      <vt:lpstr>Consolas</vt:lpstr>
      <vt:lpstr>맑은 고딕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jungin kim</dc:creator>
  <cp:lastModifiedBy>jungin kim</cp:lastModifiedBy>
  <cp:revision>26</cp:revision>
  <dcterms:created xsi:type="dcterms:W3CDTF">2024-08-02T05:42:33Z</dcterms:created>
  <dcterms:modified xsi:type="dcterms:W3CDTF">2025-11-26T08:54:09Z</dcterms:modified>
</cp:coreProperties>
</file>