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CBA309-C317-410B-8B59-F555EA736DB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제목 없는 구역" id="{851554C8-FACD-4E76-A45D-940EDE02564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33" autoAdjust="0"/>
    <p:restoredTop sz="96695" autoAdjust="0"/>
  </p:normalViewPr>
  <p:slideViewPr>
    <p:cSldViewPr snapToGrid="0">
      <p:cViewPr>
        <p:scale>
          <a:sx n="150" d="100"/>
          <a:sy n="150" d="100"/>
        </p:scale>
        <p:origin x="8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B5A28-4F49-4CB7-887A-B876422011A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DE7F0-D69A-43A1-9A94-8D28B6C75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94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7591D-47D9-D11B-6707-1753C35B1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9E1339-146F-7927-1869-2E686A017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522A7-5CED-6C81-3FEF-5EB0AF27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53DD8-6D23-B3AF-2614-FADE8637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37E88-8BA9-A820-4390-571C787C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30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FDC2B-FC3E-2E50-4627-B29CF2EF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785C5B-D23A-96EA-A498-1D17879E9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57105-A28C-20AC-A48B-AE507E31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C1C97-62F6-2298-A377-79404197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8ED80-FEF3-D907-6EDB-2C862A09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7CF4B-256D-A16C-3BA7-8D7C1F52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F1611E-A458-2720-7C0A-F427F036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9F5FA-CEBF-EEF5-608F-4E961938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566170-0DAB-9775-BFCB-C2299E60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0B822-2DA9-B684-D525-4CF470D7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E877-A1B5-7A1B-3842-AF651DE1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DF48EB-428E-F04B-0F22-8E75C8048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96A0D7-C540-6D68-C611-3248B5D49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5A4C40-1097-1669-614E-2117B5B1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403E6B-946E-3E19-3E17-AB4697754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BD39A0-1319-074B-B6DB-E1825983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43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3895E-09E4-9A59-90B9-75F4F412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039353-C1A1-A9DD-11F3-0E40C4568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402C3A-B2BE-59CD-303B-249291B24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77165F-34B3-D7EC-82F9-808D4210A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C2F89E-F107-F275-035E-74547A6E3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74B7A8-2B56-C3DB-55E4-6FE0EEFE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92944B-0746-440F-99A0-6A37B72A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304A98-A3E0-20C1-05BF-EECD4E93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6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9322D-9463-F708-95A0-DBB2FDA7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821902-51B7-56AF-DC3C-E5D653FB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1F5610-35E8-F7B4-498A-F847CCD9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CD46E4-DD37-EC4F-02D6-E0C94173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510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66175D-A052-E3C5-250E-CA411F48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5A61BE-F3FC-6127-EEBA-1F075D57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C95FD-8BA7-18CF-C8F1-33A5081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61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6302B-0176-E877-1B00-70A1F471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5E8D4-4EE1-1A38-F96C-CCEFA685D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B293BD-6D65-A649-8FF7-4626D4ADD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06812D-97CB-9B7B-E2AB-B847DA67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28B54-E57E-B10D-6A4A-096AD0DB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B33BA0-B41C-D43F-73FB-2B1A16DE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356A9-6DE0-A1CA-0882-A847E4B4E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605018-FDBE-220C-5DE6-A6283F3D2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42A158-B44D-F547-4715-97F2E679A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BEF771-0181-4193-1219-231CD34A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F1F15-50EC-104A-BA10-40E3FB9E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8D912-771D-870C-88DD-D6EDDF98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0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CB7C5-C4B9-C80F-57E2-F2D9EFFF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63D6E1-2C16-5738-A605-C511A886E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5CA7A-BA36-B209-FB44-E7B7EB67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228874-E32E-A4C9-754F-89E21A8A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517FE-7C5D-813B-B528-DA8F4BB3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62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7C407E-55F0-86EC-AFB3-B1737F0E9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E32DC6-F4F2-61E4-48CD-A9881D3B2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78350-D680-D0B6-C62D-642E1123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AB308-B71D-6D36-685F-1C6C9525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02C1F-2690-0346-7219-86EFA9A7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89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0E7734-75EC-E12A-B076-8E2A2743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1046AD-882B-FB5D-A06F-6EE83DA91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822F5-1DDB-0728-B94D-B529C07AB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019AB-1106-44D1-AD08-52382040701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147D3-5E5E-E4FE-AFB6-7D407D155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5BDEC1-16F2-3E58-869C-61D240E27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70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E4A16-54E6-AAB9-DADA-B91476C4294A}"/>
              </a:ext>
            </a:extLst>
          </p:cNvPr>
          <p:cNvSpPr txBox="1"/>
          <p:nvPr/>
        </p:nvSpPr>
        <p:spPr>
          <a:xfrm>
            <a:off x="64143" y="103559"/>
            <a:ext cx="1217512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강사명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김정인 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email : jikim@imguru.co.kr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ko-KR" altLang="en-US" sz="2000">
                <a:latin typeface="Consolas" panose="020B0609020204030204" pitchFamily="49" charset="0"/>
              </a:rPr>
              <a:t>강의자료 </a:t>
            </a:r>
            <a:r>
              <a:rPr lang="en-US" altLang="ko-KR" sz="2000">
                <a:latin typeface="Consolas" panose="020B0609020204030204" pitchFamily="49" charset="0"/>
              </a:rPr>
              <a:t>: https://github.com/imguru-mooc/opencv_vision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https://colab.research.google.com/</a:t>
            </a:r>
            <a:r>
              <a:rPr lang="en-US" altLang="ko-KR" sz="2000">
                <a:latin typeface="Consolas" panose="020B0609020204030204" pitchFamily="49" charset="0"/>
              </a:rPr>
              <a:t>github/imguru-mooc/opencv_vision/blob/main/01.ipynb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ko-KR" altLang="en-US" sz="2000">
                <a:latin typeface="Consolas" panose="020B0609020204030204" pitchFamily="49" charset="0"/>
              </a:rPr>
              <a:t>수업 </a:t>
            </a:r>
            <a:r>
              <a:rPr lang="en-US" altLang="ko-KR" sz="2000">
                <a:latin typeface="Consolas" panose="020B0609020204030204" pitchFamily="49" charset="0"/>
              </a:rPr>
              <a:t>: 45</a:t>
            </a:r>
            <a:r>
              <a:rPr lang="ko-KR" altLang="en-US" sz="2000">
                <a:latin typeface="Consolas" panose="020B0609020204030204" pitchFamily="49" charset="0"/>
              </a:rPr>
              <a:t>분</a:t>
            </a:r>
            <a:endParaRPr lang="en-US" altLang="ko-KR" sz="2000">
              <a:latin typeface="Consolas" panose="020B0609020204030204" pitchFamily="49" charset="0"/>
            </a:endParaRPr>
          </a:p>
          <a:p>
            <a:r>
              <a:rPr lang="ko-KR" altLang="en-US" sz="2000">
                <a:latin typeface="Consolas" panose="020B0609020204030204" pitchFamily="49" charset="0"/>
              </a:rPr>
              <a:t>쉬는시간 </a:t>
            </a:r>
            <a:r>
              <a:rPr lang="en-US" altLang="ko-KR" sz="2000">
                <a:latin typeface="Consolas" panose="020B0609020204030204" pitchFamily="49" charset="0"/>
              </a:rPr>
              <a:t>: 15</a:t>
            </a:r>
            <a:r>
              <a:rPr lang="ko-KR" altLang="en-US" sz="2000">
                <a:latin typeface="Consolas" panose="020B0609020204030204" pitchFamily="49" charset="0"/>
              </a:rPr>
              <a:t>분</a:t>
            </a:r>
            <a:endParaRPr lang="en-US" altLang="ko-KR" sz="2000">
              <a:latin typeface="Consolas" panose="020B0609020204030204" pitchFamily="49" charset="0"/>
            </a:endParaRPr>
          </a:p>
          <a:p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7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A48C6A0-604B-7FC7-9006-5BF8346983E6}"/>
              </a:ext>
            </a:extLst>
          </p:cNvPr>
          <p:cNvSpPr/>
          <p:nvPr/>
        </p:nvSpPr>
        <p:spPr>
          <a:xfrm>
            <a:off x="1910080" y="60452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1FDC3D-19DA-CF6A-41F1-052A576C971F}"/>
              </a:ext>
            </a:extLst>
          </p:cNvPr>
          <p:cNvSpPr/>
          <p:nvPr/>
        </p:nvSpPr>
        <p:spPr>
          <a:xfrm>
            <a:off x="2397760" y="60452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E9BF30-3181-CA7E-0B68-3C48AB04B195}"/>
              </a:ext>
            </a:extLst>
          </p:cNvPr>
          <p:cNvSpPr/>
          <p:nvPr/>
        </p:nvSpPr>
        <p:spPr>
          <a:xfrm>
            <a:off x="2885440" y="60452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7ADB61-44CE-7FCB-9402-B0FEDD27811B}"/>
              </a:ext>
            </a:extLst>
          </p:cNvPr>
          <p:cNvSpPr/>
          <p:nvPr/>
        </p:nvSpPr>
        <p:spPr>
          <a:xfrm>
            <a:off x="3373120" y="60452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642B99-FAD5-C15E-7829-884380F714E3}"/>
              </a:ext>
            </a:extLst>
          </p:cNvPr>
          <p:cNvSpPr/>
          <p:nvPr/>
        </p:nvSpPr>
        <p:spPr>
          <a:xfrm>
            <a:off x="191008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898D10-AB61-C48B-FFC9-3238193429F8}"/>
              </a:ext>
            </a:extLst>
          </p:cNvPr>
          <p:cNvSpPr/>
          <p:nvPr/>
        </p:nvSpPr>
        <p:spPr>
          <a:xfrm>
            <a:off x="239776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021B42-5668-EBF9-3620-48E9B9ED70C6}"/>
              </a:ext>
            </a:extLst>
          </p:cNvPr>
          <p:cNvSpPr/>
          <p:nvPr/>
        </p:nvSpPr>
        <p:spPr>
          <a:xfrm>
            <a:off x="288544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1B4CEB-CFDB-C622-43FB-6E51A94DCB3A}"/>
              </a:ext>
            </a:extLst>
          </p:cNvPr>
          <p:cNvSpPr/>
          <p:nvPr/>
        </p:nvSpPr>
        <p:spPr>
          <a:xfrm>
            <a:off x="337312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0F5C3F-D5DC-F792-DDAA-86CDD45D6B79}"/>
              </a:ext>
            </a:extLst>
          </p:cNvPr>
          <p:cNvSpPr/>
          <p:nvPr/>
        </p:nvSpPr>
        <p:spPr>
          <a:xfrm>
            <a:off x="191008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211033-9DB4-A12F-2A0D-FB4B7ECB5A02}"/>
              </a:ext>
            </a:extLst>
          </p:cNvPr>
          <p:cNvSpPr/>
          <p:nvPr/>
        </p:nvSpPr>
        <p:spPr>
          <a:xfrm>
            <a:off x="239776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666660-DA70-4109-802F-98D22C424182}"/>
              </a:ext>
            </a:extLst>
          </p:cNvPr>
          <p:cNvSpPr/>
          <p:nvPr/>
        </p:nvSpPr>
        <p:spPr>
          <a:xfrm>
            <a:off x="288544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B7B6F7-CD1E-9D48-93D3-4306E37693B8}"/>
              </a:ext>
            </a:extLst>
          </p:cNvPr>
          <p:cNvSpPr/>
          <p:nvPr/>
        </p:nvSpPr>
        <p:spPr>
          <a:xfrm>
            <a:off x="337312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A51DF9-5E39-E6BD-2731-B52D59909C16}"/>
              </a:ext>
            </a:extLst>
          </p:cNvPr>
          <p:cNvSpPr/>
          <p:nvPr/>
        </p:nvSpPr>
        <p:spPr>
          <a:xfrm>
            <a:off x="1910080" y="206756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E28E40-5806-AAB8-047E-9923242AA8D1}"/>
              </a:ext>
            </a:extLst>
          </p:cNvPr>
          <p:cNvSpPr/>
          <p:nvPr/>
        </p:nvSpPr>
        <p:spPr>
          <a:xfrm>
            <a:off x="2397760" y="206756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45797BE-5A15-B1F0-E41D-4313F8B3A5A6}"/>
              </a:ext>
            </a:extLst>
          </p:cNvPr>
          <p:cNvSpPr/>
          <p:nvPr/>
        </p:nvSpPr>
        <p:spPr>
          <a:xfrm>
            <a:off x="2885440" y="206756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D7600E-A13E-CC27-F730-2EF44FF713D8}"/>
              </a:ext>
            </a:extLst>
          </p:cNvPr>
          <p:cNvSpPr/>
          <p:nvPr/>
        </p:nvSpPr>
        <p:spPr>
          <a:xfrm>
            <a:off x="3373120" y="206756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54B2AE5-1CFE-9660-381F-6796A392E2CA}"/>
              </a:ext>
            </a:extLst>
          </p:cNvPr>
          <p:cNvSpPr/>
          <p:nvPr/>
        </p:nvSpPr>
        <p:spPr>
          <a:xfrm>
            <a:off x="509016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5787FEC-BD91-5796-F288-942ACE9F8472}"/>
              </a:ext>
            </a:extLst>
          </p:cNvPr>
          <p:cNvSpPr/>
          <p:nvPr/>
        </p:nvSpPr>
        <p:spPr>
          <a:xfrm>
            <a:off x="557784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5B38C90-2AAE-27F2-C63B-8B411D84FDFC}"/>
              </a:ext>
            </a:extLst>
          </p:cNvPr>
          <p:cNvSpPr/>
          <p:nvPr/>
        </p:nvSpPr>
        <p:spPr>
          <a:xfrm>
            <a:off x="509016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843B109-9BAC-EB93-0EF0-F0B7D0682782}"/>
              </a:ext>
            </a:extLst>
          </p:cNvPr>
          <p:cNvSpPr/>
          <p:nvPr/>
        </p:nvSpPr>
        <p:spPr>
          <a:xfrm>
            <a:off x="557784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77E610-A566-15BF-C244-1F2753F1CC72}"/>
              </a:ext>
            </a:extLst>
          </p:cNvPr>
          <p:cNvSpPr txBox="1"/>
          <p:nvPr/>
        </p:nvSpPr>
        <p:spPr>
          <a:xfrm>
            <a:off x="2397760" y="147320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image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4FBB65-53E8-A053-89C7-3838CEC0B716}"/>
              </a:ext>
            </a:extLst>
          </p:cNvPr>
          <p:cNvSpPr txBox="1"/>
          <p:nvPr/>
        </p:nvSpPr>
        <p:spPr>
          <a:xfrm>
            <a:off x="5090160" y="648305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kernel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DDB2348-0668-DA70-59AA-9FD1AA74DB78}"/>
              </a:ext>
            </a:extLst>
          </p:cNvPr>
          <p:cNvGrpSpPr/>
          <p:nvPr/>
        </p:nvGrpSpPr>
        <p:grpSpPr>
          <a:xfrm>
            <a:off x="690880" y="1038255"/>
            <a:ext cx="975360" cy="975360"/>
            <a:chOff x="4348480" y="2382520"/>
            <a:chExt cx="975360" cy="975360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3FB5F58B-4CDE-A3EE-C6E0-4051AEFA19C7}"/>
                </a:ext>
              </a:extLst>
            </p:cNvPr>
            <p:cNvSpPr/>
            <p:nvPr/>
          </p:nvSpPr>
          <p:spPr>
            <a:xfrm>
              <a:off x="4348480" y="2382520"/>
              <a:ext cx="487680" cy="4876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D27314F-5BC4-CFD1-DC0B-73406DD38DDE}"/>
                </a:ext>
              </a:extLst>
            </p:cNvPr>
            <p:cNvSpPr/>
            <p:nvPr/>
          </p:nvSpPr>
          <p:spPr>
            <a:xfrm>
              <a:off x="4836160" y="2382520"/>
              <a:ext cx="487680" cy="4876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937BFA3-11D0-8C2F-A921-3643BB7FC7DF}"/>
                </a:ext>
              </a:extLst>
            </p:cNvPr>
            <p:cNvSpPr/>
            <p:nvPr/>
          </p:nvSpPr>
          <p:spPr>
            <a:xfrm>
              <a:off x="4348480" y="2870200"/>
              <a:ext cx="487680" cy="4876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F2F69AA9-2D6C-81D0-646A-AC77B8A4A95F}"/>
                </a:ext>
              </a:extLst>
            </p:cNvPr>
            <p:cNvSpPr/>
            <p:nvPr/>
          </p:nvSpPr>
          <p:spPr>
            <a:xfrm>
              <a:off x="4836160" y="2870200"/>
              <a:ext cx="487680" cy="4876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06A6B63-9458-F276-7E28-177EF3C2AB4E}"/>
              </a:ext>
            </a:extLst>
          </p:cNvPr>
          <p:cNvSpPr/>
          <p:nvPr/>
        </p:nvSpPr>
        <p:spPr>
          <a:xfrm>
            <a:off x="7462520" y="91319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910398C-87E5-D8DD-8B6E-908AACE268CB}"/>
              </a:ext>
            </a:extLst>
          </p:cNvPr>
          <p:cNvSpPr/>
          <p:nvPr/>
        </p:nvSpPr>
        <p:spPr>
          <a:xfrm>
            <a:off x="7950200" y="91319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AD830EE-8288-1215-216D-65729D564718}"/>
              </a:ext>
            </a:extLst>
          </p:cNvPr>
          <p:cNvSpPr/>
          <p:nvPr/>
        </p:nvSpPr>
        <p:spPr>
          <a:xfrm>
            <a:off x="8437880" y="91319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BED6488-C3E3-C301-1E19-0C0FEEFBBCF5}"/>
              </a:ext>
            </a:extLst>
          </p:cNvPr>
          <p:cNvSpPr/>
          <p:nvPr/>
        </p:nvSpPr>
        <p:spPr>
          <a:xfrm>
            <a:off x="7462520" y="140087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E63A4CC-A513-3EC9-00FF-173C4B417C5C}"/>
              </a:ext>
            </a:extLst>
          </p:cNvPr>
          <p:cNvSpPr/>
          <p:nvPr/>
        </p:nvSpPr>
        <p:spPr>
          <a:xfrm>
            <a:off x="7950200" y="140087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97C6651-78E9-25A8-3472-619B95C9AB0F}"/>
              </a:ext>
            </a:extLst>
          </p:cNvPr>
          <p:cNvSpPr/>
          <p:nvPr/>
        </p:nvSpPr>
        <p:spPr>
          <a:xfrm>
            <a:off x="8437880" y="140087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88CE443-BD2E-FDB0-1935-A525554514F9}"/>
              </a:ext>
            </a:extLst>
          </p:cNvPr>
          <p:cNvSpPr/>
          <p:nvPr/>
        </p:nvSpPr>
        <p:spPr>
          <a:xfrm>
            <a:off x="7462520" y="188855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23A26B4-1891-AB04-1484-BA81A432D9B7}"/>
              </a:ext>
            </a:extLst>
          </p:cNvPr>
          <p:cNvSpPr/>
          <p:nvPr/>
        </p:nvSpPr>
        <p:spPr>
          <a:xfrm>
            <a:off x="7950200" y="188855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6692C3E-6C4B-1CB7-9488-EEE1AF1A8249}"/>
              </a:ext>
            </a:extLst>
          </p:cNvPr>
          <p:cNvSpPr/>
          <p:nvPr/>
        </p:nvSpPr>
        <p:spPr>
          <a:xfrm>
            <a:off x="8437880" y="188855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1B5FF7D-C904-9125-BA50-18F46DFE07C1}"/>
              </a:ext>
            </a:extLst>
          </p:cNvPr>
          <p:cNvSpPr txBox="1"/>
          <p:nvPr/>
        </p:nvSpPr>
        <p:spPr>
          <a:xfrm>
            <a:off x="7650669" y="448250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2B12B9-AAD5-C1E9-43C3-2937DB83E95A}"/>
              </a:ext>
            </a:extLst>
          </p:cNvPr>
          <p:cNvSpPr txBox="1"/>
          <p:nvPr/>
        </p:nvSpPr>
        <p:spPr>
          <a:xfrm>
            <a:off x="4912360" y="2690465"/>
            <a:ext cx="1766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O=N-F+1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4FF6BF-2E96-E4A5-9FF4-FCF17C4183B1}"/>
              </a:ext>
            </a:extLst>
          </p:cNvPr>
          <p:cNvSpPr txBox="1"/>
          <p:nvPr/>
        </p:nvSpPr>
        <p:spPr>
          <a:xfrm>
            <a:off x="4912360" y="3355945"/>
            <a:ext cx="1766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3=4-2+1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16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A48C6A0-604B-7FC7-9006-5BF8346983E6}"/>
              </a:ext>
            </a:extLst>
          </p:cNvPr>
          <p:cNvSpPr/>
          <p:nvPr/>
        </p:nvSpPr>
        <p:spPr>
          <a:xfrm>
            <a:off x="1910080" y="60452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1FDC3D-19DA-CF6A-41F1-052A576C971F}"/>
              </a:ext>
            </a:extLst>
          </p:cNvPr>
          <p:cNvSpPr/>
          <p:nvPr/>
        </p:nvSpPr>
        <p:spPr>
          <a:xfrm>
            <a:off x="2397760" y="60452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E9BF30-3181-CA7E-0B68-3C48AB04B195}"/>
              </a:ext>
            </a:extLst>
          </p:cNvPr>
          <p:cNvSpPr/>
          <p:nvPr/>
        </p:nvSpPr>
        <p:spPr>
          <a:xfrm>
            <a:off x="2885440" y="60452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7ADB61-44CE-7FCB-9402-B0FEDD27811B}"/>
              </a:ext>
            </a:extLst>
          </p:cNvPr>
          <p:cNvSpPr/>
          <p:nvPr/>
        </p:nvSpPr>
        <p:spPr>
          <a:xfrm>
            <a:off x="3373120" y="60452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642B99-FAD5-C15E-7829-884380F714E3}"/>
              </a:ext>
            </a:extLst>
          </p:cNvPr>
          <p:cNvSpPr/>
          <p:nvPr/>
        </p:nvSpPr>
        <p:spPr>
          <a:xfrm>
            <a:off x="191008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898D10-AB61-C48B-FFC9-3238193429F8}"/>
              </a:ext>
            </a:extLst>
          </p:cNvPr>
          <p:cNvSpPr/>
          <p:nvPr/>
        </p:nvSpPr>
        <p:spPr>
          <a:xfrm>
            <a:off x="239776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021B42-5668-EBF9-3620-48E9B9ED70C6}"/>
              </a:ext>
            </a:extLst>
          </p:cNvPr>
          <p:cNvSpPr/>
          <p:nvPr/>
        </p:nvSpPr>
        <p:spPr>
          <a:xfrm>
            <a:off x="288544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1B4CEB-CFDB-C622-43FB-6E51A94DCB3A}"/>
              </a:ext>
            </a:extLst>
          </p:cNvPr>
          <p:cNvSpPr/>
          <p:nvPr/>
        </p:nvSpPr>
        <p:spPr>
          <a:xfrm>
            <a:off x="337312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0F5C3F-D5DC-F792-DDAA-86CDD45D6B79}"/>
              </a:ext>
            </a:extLst>
          </p:cNvPr>
          <p:cNvSpPr/>
          <p:nvPr/>
        </p:nvSpPr>
        <p:spPr>
          <a:xfrm>
            <a:off x="191008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211033-9DB4-A12F-2A0D-FB4B7ECB5A02}"/>
              </a:ext>
            </a:extLst>
          </p:cNvPr>
          <p:cNvSpPr/>
          <p:nvPr/>
        </p:nvSpPr>
        <p:spPr>
          <a:xfrm>
            <a:off x="239776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666660-DA70-4109-802F-98D22C424182}"/>
              </a:ext>
            </a:extLst>
          </p:cNvPr>
          <p:cNvSpPr/>
          <p:nvPr/>
        </p:nvSpPr>
        <p:spPr>
          <a:xfrm>
            <a:off x="288544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B7B6F7-CD1E-9D48-93D3-4306E37693B8}"/>
              </a:ext>
            </a:extLst>
          </p:cNvPr>
          <p:cNvSpPr/>
          <p:nvPr/>
        </p:nvSpPr>
        <p:spPr>
          <a:xfrm>
            <a:off x="337312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A51DF9-5E39-E6BD-2731-B52D59909C16}"/>
              </a:ext>
            </a:extLst>
          </p:cNvPr>
          <p:cNvSpPr/>
          <p:nvPr/>
        </p:nvSpPr>
        <p:spPr>
          <a:xfrm>
            <a:off x="1910080" y="206756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E28E40-5806-AAB8-047E-9923242AA8D1}"/>
              </a:ext>
            </a:extLst>
          </p:cNvPr>
          <p:cNvSpPr/>
          <p:nvPr/>
        </p:nvSpPr>
        <p:spPr>
          <a:xfrm>
            <a:off x="2397760" y="206756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45797BE-5A15-B1F0-E41D-4313F8B3A5A6}"/>
              </a:ext>
            </a:extLst>
          </p:cNvPr>
          <p:cNvSpPr/>
          <p:nvPr/>
        </p:nvSpPr>
        <p:spPr>
          <a:xfrm>
            <a:off x="2885440" y="206756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D7600E-A13E-CC27-F730-2EF44FF713D8}"/>
              </a:ext>
            </a:extLst>
          </p:cNvPr>
          <p:cNvSpPr/>
          <p:nvPr/>
        </p:nvSpPr>
        <p:spPr>
          <a:xfrm>
            <a:off x="3373120" y="206756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54B2AE5-1CFE-9660-381F-6796A392E2CA}"/>
              </a:ext>
            </a:extLst>
          </p:cNvPr>
          <p:cNvSpPr/>
          <p:nvPr/>
        </p:nvSpPr>
        <p:spPr>
          <a:xfrm>
            <a:off x="509016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5787FEC-BD91-5796-F288-942ACE9F8472}"/>
              </a:ext>
            </a:extLst>
          </p:cNvPr>
          <p:cNvSpPr/>
          <p:nvPr/>
        </p:nvSpPr>
        <p:spPr>
          <a:xfrm>
            <a:off x="5577840" y="109220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5B38C90-2AAE-27F2-C63B-8B411D84FDFC}"/>
              </a:ext>
            </a:extLst>
          </p:cNvPr>
          <p:cNvSpPr/>
          <p:nvPr/>
        </p:nvSpPr>
        <p:spPr>
          <a:xfrm>
            <a:off x="509016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843B109-9BAC-EB93-0EF0-F0B7D0682782}"/>
              </a:ext>
            </a:extLst>
          </p:cNvPr>
          <p:cNvSpPr/>
          <p:nvPr/>
        </p:nvSpPr>
        <p:spPr>
          <a:xfrm>
            <a:off x="5577840" y="1579880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77E610-A566-15BF-C244-1F2753F1CC72}"/>
              </a:ext>
            </a:extLst>
          </p:cNvPr>
          <p:cNvSpPr txBox="1"/>
          <p:nvPr/>
        </p:nvSpPr>
        <p:spPr>
          <a:xfrm>
            <a:off x="2397760" y="147320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image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4FBB65-53E8-A053-89C7-3838CEC0B716}"/>
              </a:ext>
            </a:extLst>
          </p:cNvPr>
          <p:cNvSpPr txBox="1"/>
          <p:nvPr/>
        </p:nvSpPr>
        <p:spPr>
          <a:xfrm>
            <a:off x="5090160" y="648305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kernel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DDB2348-0668-DA70-59AA-9FD1AA74DB78}"/>
              </a:ext>
            </a:extLst>
          </p:cNvPr>
          <p:cNvGrpSpPr/>
          <p:nvPr/>
        </p:nvGrpSpPr>
        <p:grpSpPr>
          <a:xfrm>
            <a:off x="657671" y="681445"/>
            <a:ext cx="975360" cy="975360"/>
            <a:chOff x="4348480" y="2382520"/>
            <a:chExt cx="975360" cy="975360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3FB5F58B-4CDE-A3EE-C6E0-4051AEFA19C7}"/>
                </a:ext>
              </a:extLst>
            </p:cNvPr>
            <p:cNvSpPr/>
            <p:nvPr/>
          </p:nvSpPr>
          <p:spPr>
            <a:xfrm>
              <a:off x="4348480" y="2382520"/>
              <a:ext cx="487680" cy="4876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D27314F-5BC4-CFD1-DC0B-73406DD38DDE}"/>
                </a:ext>
              </a:extLst>
            </p:cNvPr>
            <p:cNvSpPr/>
            <p:nvPr/>
          </p:nvSpPr>
          <p:spPr>
            <a:xfrm>
              <a:off x="4836160" y="2382520"/>
              <a:ext cx="487680" cy="4876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937BFA3-11D0-8C2F-A921-3643BB7FC7DF}"/>
                </a:ext>
              </a:extLst>
            </p:cNvPr>
            <p:cNvSpPr/>
            <p:nvPr/>
          </p:nvSpPr>
          <p:spPr>
            <a:xfrm>
              <a:off x="4348480" y="2870200"/>
              <a:ext cx="487680" cy="4876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F2F69AA9-2D6C-81D0-646A-AC77B8A4A95F}"/>
                </a:ext>
              </a:extLst>
            </p:cNvPr>
            <p:cNvSpPr/>
            <p:nvPr/>
          </p:nvSpPr>
          <p:spPr>
            <a:xfrm>
              <a:off x="4836160" y="2870200"/>
              <a:ext cx="487680" cy="4876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06A6B63-9458-F276-7E28-177EF3C2AB4E}"/>
              </a:ext>
            </a:extLst>
          </p:cNvPr>
          <p:cNvSpPr/>
          <p:nvPr/>
        </p:nvSpPr>
        <p:spPr>
          <a:xfrm>
            <a:off x="8087360" y="94052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910398C-87E5-D8DD-8B6E-908AACE268CB}"/>
              </a:ext>
            </a:extLst>
          </p:cNvPr>
          <p:cNvSpPr/>
          <p:nvPr/>
        </p:nvSpPr>
        <p:spPr>
          <a:xfrm>
            <a:off x="8575040" y="94052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AD830EE-8288-1215-216D-65729D564718}"/>
              </a:ext>
            </a:extLst>
          </p:cNvPr>
          <p:cNvSpPr/>
          <p:nvPr/>
        </p:nvSpPr>
        <p:spPr>
          <a:xfrm>
            <a:off x="9062720" y="94052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BED6488-C3E3-C301-1E19-0C0FEEFBBCF5}"/>
              </a:ext>
            </a:extLst>
          </p:cNvPr>
          <p:cNvSpPr/>
          <p:nvPr/>
        </p:nvSpPr>
        <p:spPr>
          <a:xfrm>
            <a:off x="8087360" y="142820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E63A4CC-A513-3EC9-00FF-173C4B417C5C}"/>
              </a:ext>
            </a:extLst>
          </p:cNvPr>
          <p:cNvSpPr/>
          <p:nvPr/>
        </p:nvSpPr>
        <p:spPr>
          <a:xfrm>
            <a:off x="8575040" y="142820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97C6651-78E9-25A8-3472-619B95C9AB0F}"/>
              </a:ext>
            </a:extLst>
          </p:cNvPr>
          <p:cNvSpPr/>
          <p:nvPr/>
        </p:nvSpPr>
        <p:spPr>
          <a:xfrm>
            <a:off x="9062720" y="142820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88CE443-BD2E-FDB0-1935-A525554514F9}"/>
              </a:ext>
            </a:extLst>
          </p:cNvPr>
          <p:cNvSpPr/>
          <p:nvPr/>
        </p:nvSpPr>
        <p:spPr>
          <a:xfrm>
            <a:off x="8087360" y="191588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23A26B4-1891-AB04-1484-BA81A432D9B7}"/>
              </a:ext>
            </a:extLst>
          </p:cNvPr>
          <p:cNvSpPr/>
          <p:nvPr/>
        </p:nvSpPr>
        <p:spPr>
          <a:xfrm>
            <a:off x="8575040" y="191588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6692C3E-6C4B-1CB7-9488-EEE1AF1A8249}"/>
              </a:ext>
            </a:extLst>
          </p:cNvPr>
          <p:cNvSpPr/>
          <p:nvPr/>
        </p:nvSpPr>
        <p:spPr>
          <a:xfrm>
            <a:off x="9062720" y="1915885"/>
            <a:ext cx="487680" cy="487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1B5FF7D-C904-9125-BA50-18F46DFE07C1}"/>
              </a:ext>
            </a:extLst>
          </p:cNvPr>
          <p:cNvSpPr txBox="1"/>
          <p:nvPr/>
        </p:nvSpPr>
        <p:spPr>
          <a:xfrm>
            <a:off x="7678514" y="69185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2B12B9-AAD5-C1E9-43C3-2937DB83E95A}"/>
              </a:ext>
            </a:extLst>
          </p:cNvPr>
          <p:cNvSpPr txBox="1"/>
          <p:nvPr/>
        </p:nvSpPr>
        <p:spPr>
          <a:xfrm>
            <a:off x="4912360" y="2690465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O=N+P-F+1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4FF6BF-2E96-E4A5-9FF4-FCF17C4183B1}"/>
              </a:ext>
            </a:extLst>
          </p:cNvPr>
          <p:cNvSpPr txBox="1"/>
          <p:nvPr/>
        </p:nvSpPr>
        <p:spPr>
          <a:xfrm>
            <a:off x="4912360" y="3355945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4=4+1-2+1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18777A-F77C-86CE-3706-8D59B522820E}"/>
              </a:ext>
            </a:extLst>
          </p:cNvPr>
          <p:cNvSpPr txBox="1"/>
          <p:nvPr/>
        </p:nvSpPr>
        <p:spPr>
          <a:xfrm>
            <a:off x="7558839" y="2690465"/>
            <a:ext cx="27334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[[14 14 18 22]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[14 14 18 22]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[30 30 34 38]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[46 46 50 54]]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845EA6-EAB2-B345-4C1A-B9B74972C79E}"/>
              </a:ext>
            </a:extLst>
          </p:cNvPr>
          <p:cNvSpPr/>
          <p:nvPr/>
        </p:nvSpPr>
        <p:spPr>
          <a:xfrm>
            <a:off x="8087360" y="461070"/>
            <a:ext cx="487680" cy="48768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98A30D-C2BE-B426-0D9C-BF3244FA92DD}"/>
              </a:ext>
            </a:extLst>
          </p:cNvPr>
          <p:cNvSpPr/>
          <p:nvPr/>
        </p:nvSpPr>
        <p:spPr>
          <a:xfrm>
            <a:off x="8575040" y="461070"/>
            <a:ext cx="487680" cy="48768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F69F78-B842-4395-B3C4-A6E055934B0F}"/>
              </a:ext>
            </a:extLst>
          </p:cNvPr>
          <p:cNvSpPr/>
          <p:nvPr/>
        </p:nvSpPr>
        <p:spPr>
          <a:xfrm>
            <a:off x="9062720" y="461070"/>
            <a:ext cx="487680" cy="48768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1E6FE4-5CF6-C790-250B-AE6B3CA21C82}"/>
              </a:ext>
            </a:extLst>
          </p:cNvPr>
          <p:cNvSpPr/>
          <p:nvPr/>
        </p:nvSpPr>
        <p:spPr>
          <a:xfrm>
            <a:off x="7599680" y="940525"/>
            <a:ext cx="487680" cy="48768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7C8C6C-09E3-C912-70AF-62F0E110587D}"/>
              </a:ext>
            </a:extLst>
          </p:cNvPr>
          <p:cNvSpPr/>
          <p:nvPr/>
        </p:nvSpPr>
        <p:spPr>
          <a:xfrm>
            <a:off x="7599680" y="1428205"/>
            <a:ext cx="487680" cy="48768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8883F2A-FE3F-4271-77E7-1AB33D86CB98}"/>
              </a:ext>
            </a:extLst>
          </p:cNvPr>
          <p:cNvSpPr/>
          <p:nvPr/>
        </p:nvSpPr>
        <p:spPr>
          <a:xfrm>
            <a:off x="7599680" y="1915885"/>
            <a:ext cx="487680" cy="48768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6E0AEE-15E4-9156-83D4-3B6193874E84}"/>
              </a:ext>
            </a:extLst>
          </p:cNvPr>
          <p:cNvSpPr/>
          <p:nvPr/>
        </p:nvSpPr>
        <p:spPr>
          <a:xfrm>
            <a:off x="7599680" y="461070"/>
            <a:ext cx="487680" cy="48768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49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78A4431F-55FC-EE4C-07AE-519FD689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469" y="465837"/>
            <a:ext cx="8219730" cy="455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16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93049B0-7B9C-F803-F377-BF2DCC7B0B87}"/>
              </a:ext>
            </a:extLst>
          </p:cNvPr>
          <p:cNvSpPr/>
          <p:nvPr/>
        </p:nvSpPr>
        <p:spPr>
          <a:xfrm>
            <a:off x="143256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A0EA7C-1296-36A6-C739-235C17C89C64}"/>
              </a:ext>
            </a:extLst>
          </p:cNvPr>
          <p:cNvSpPr/>
          <p:nvPr/>
        </p:nvSpPr>
        <p:spPr>
          <a:xfrm>
            <a:off x="224028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04F3C8-196D-DB60-A71D-30D312A5C87A}"/>
              </a:ext>
            </a:extLst>
          </p:cNvPr>
          <p:cNvSpPr/>
          <p:nvPr/>
        </p:nvSpPr>
        <p:spPr>
          <a:xfrm>
            <a:off x="304800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0561FD-4E3B-ACFD-7436-1AD789C65C23}"/>
              </a:ext>
            </a:extLst>
          </p:cNvPr>
          <p:cNvSpPr/>
          <p:nvPr/>
        </p:nvSpPr>
        <p:spPr>
          <a:xfrm>
            <a:off x="385572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2081E7-E4D9-D770-1AAE-D8B40EAB8BD3}"/>
              </a:ext>
            </a:extLst>
          </p:cNvPr>
          <p:cNvSpPr/>
          <p:nvPr/>
        </p:nvSpPr>
        <p:spPr>
          <a:xfrm>
            <a:off x="466344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A66604-BFCB-5F2F-005B-5E282D63C5C8}"/>
              </a:ext>
            </a:extLst>
          </p:cNvPr>
          <p:cNvSpPr/>
          <p:nvPr/>
        </p:nvSpPr>
        <p:spPr>
          <a:xfrm>
            <a:off x="547116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8AAE95-D77B-4BF3-FE6D-925F7170E5AD}"/>
              </a:ext>
            </a:extLst>
          </p:cNvPr>
          <p:cNvSpPr/>
          <p:nvPr/>
        </p:nvSpPr>
        <p:spPr>
          <a:xfrm>
            <a:off x="627888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F5710D-21B0-B0F1-120D-F85DABD6FEE5}"/>
              </a:ext>
            </a:extLst>
          </p:cNvPr>
          <p:cNvSpPr/>
          <p:nvPr/>
        </p:nvSpPr>
        <p:spPr>
          <a:xfrm>
            <a:off x="708660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888F8F-8F92-BED8-9C69-471D0CA1420A}"/>
              </a:ext>
            </a:extLst>
          </p:cNvPr>
          <p:cNvSpPr/>
          <p:nvPr/>
        </p:nvSpPr>
        <p:spPr>
          <a:xfrm>
            <a:off x="789432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D0E69F-D37B-81A6-30F4-8ADBEE646DDC}"/>
              </a:ext>
            </a:extLst>
          </p:cNvPr>
          <p:cNvSpPr/>
          <p:nvPr/>
        </p:nvSpPr>
        <p:spPr>
          <a:xfrm>
            <a:off x="8702040" y="6858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F53969-A549-C07F-CD2A-0E925A14EEDD}"/>
              </a:ext>
            </a:extLst>
          </p:cNvPr>
          <p:cNvSpPr/>
          <p:nvPr/>
        </p:nvSpPr>
        <p:spPr>
          <a:xfrm>
            <a:off x="4927600" y="-21336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659A21-43E0-47B4-8110-309B07665DEC}"/>
              </a:ext>
            </a:extLst>
          </p:cNvPr>
          <p:cNvSpPr/>
          <p:nvPr/>
        </p:nvSpPr>
        <p:spPr>
          <a:xfrm>
            <a:off x="85852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A944A4-9EB2-5E11-87BD-0EE24265C272}"/>
              </a:ext>
            </a:extLst>
          </p:cNvPr>
          <p:cNvSpPr/>
          <p:nvPr/>
        </p:nvSpPr>
        <p:spPr>
          <a:xfrm>
            <a:off x="166624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5B64FD-4C08-218F-BC1C-9AF0DD2B3D70}"/>
              </a:ext>
            </a:extLst>
          </p:cNvPr>
          <p:cNvSpPr/>
          <p:nvPr/>
        </p:nvSpPr>
        <p:spPr>
          <a:xfrm>
            <a:off x="247396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71A230-A6AF-592D-B701-BFBF8BA91171}"/>
              </a:ext>
            </a:extLst>
          </p:cNvPr>
          <p:cNvSpPr/>
          <p:nvPr/>
        </p:nvSpPr>
        <p:spPr>
          <a:xfrm>
            <a:off x="328168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E8B1B7-D55B-9694-A850-7FBAE19BE4AE}"/>
              </a:ext>
            </a:extLst>
          </p:cNvPr>
          <p:cNvSpPr/>
          <p:nvPr/>
        </p:nvSpPr>
        <p:spPr>
          <a:xfrm>
            <a:off x="408940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B0E9ED-BF0E-7CF7-4AE5-A64F212AE3FE}"/>
              </a:ext>
            </a:extLst>
          </p:cNvPr>
          <p:cNvSpPr/>
          <p:nvPr/>
        </p:nvSpPr>
        <p:spPr>
          <a:xfrm>
            <a:off x="489712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5909B79-7C24-999B-C249-2FD539926488}"/>
              </a:ext>
            </a:extLst>
          </p:cNvPr>
          <p:cNvSpPr/>
          <p:nvPr/>
        </p:nvSpPr>
        <p:spPr>
          <a:xfrm>
            <a:off x="570484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8C09B4D-576B-C6E7-A787-8852106CC015}"/>
              </a:ext>
            </a:extLst>
          </p:cNvPr>
          <p:cNvSpPr/>
          <p:nvPr/>
        </p:nvSpPr>
        <p:spPr>
          <a:xfrm>
            <a:off x="651256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40C40B-39AB-627F-E3A1-C5CA12D7EF9D}"/>
              </a:ext>
            </a:extLst>
          </p:cNvPr>
          <p:cNvSpPr/>
          <p:nvPr/>
        </p:nvSpPr>
        <p:spPr>
          <a:xfrm>
            <a:off x="732028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A30C5AE-DC62-9197-9680-5D4663072DBB}"/>
              </a:ext>
            </a:extLst>
          </p:cNvPr>
          <p:cNvSpPr/>
          <p:nvPr/>
        </p:nvSpPr>
        <p:spPr>
          <a:xfrm>
            <a:off x="812800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43B11F-9FD8-E4CD-012B-E56156725108}"/>
              </a:ext>
            </a:extLst>
          </p:cNvPr>
          <p:cNvSpPr/>
          <p:nvPr/>
        </p:nvSpPr>
        <p:spPr>
          <a:xfrm>
            <a:off x="8935720" y="21082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351386F-EB78-E41D-ABD9-5CDB690CB1DB}"/>
              </a:ext>
            </a:extLst>
          </p:cNvPr>
          <p:cNvSpPr/>
          <p:nvPr/>
        </p:nvSpPr>
        <p:spPr>
          <a:xfrm>
            <a:off x="85852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9593AF-ADB7-E3F7-41B5-336809C483A5}"/>
              </a:ext>
            </a:extLst>
          </p:cNvPr>
          <p:cNvSpPr/>
          <p:nvPr/>
        </p:nvSpPr>
        <p:spPr>
          <a:xfrm>
            <a:off x="166624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37E582-AE3B-46F1-E74F-ABC27A556834}"/>
              </a:ext>
            </a:extLst>
          </p:cNvPr>
          <p:cNvSpPr/>
          <p:nvPr/>
        </p:nvSpPr>
        <p:spPr>
          <a:xfrm>
            <a:off x="247396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5B218A-2B04-E67A-F97C-AD7F3EFCDB65}"/>
              </a:ext>
            </a:extLst>
          </p:cNvPr>
          <p:cNvSpPr/>
          <p:nvPr/>
        </p:nvSpPr>
        <p:spPr>
          <a:xfrm>
            <a:off x="328168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9FB0A0-8050-2D56-EE16-7795714AAF97}"/>
              </a:ext>
            </a:extLst>
          </p:cNvPr>
          <p:cNvSpPr/>
          <p:nvPr/>
        </p:nvSpPr>
        <p:spPr>
          <a:xfrm>
            <a:off x="408940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080E2D-6CB1-4964-584F-D463B9141E45}"/>
              </a:ext>
            </a:extLst>
          </p:cNvPr>
          <p:cNvSpPr/>
          <p:nvPr/>
        </p:nvSpPr>
        <p:spPr>
          <a:xfrm>
            <a:off x="489712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8B646F-1B49-6AD5-8BFB-C50A384C367F}"/>
              </a:ext>
            </a:extLst>
          </p:cNvPr>
          <p:cNvSpPr/>
          <p:nvPr/>
        </p:nvSpPr>
        <p:spPr>
          <a:xfrm>
            <a:off x="570484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38EFF02-8F88-E971-6563-E9A2EC1F46D7}"/>
              </a:ext>
            </a:extLst>
          </p:cNvPr>
          <p:cNvSpPr/>
          <p:nvPr/>
        </p:nvSpPr>
        <p:spPr>
          <a:xfrm>
            <a:off x="651256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E81A773-5914-4BD0-8165-C418CFBC77AF}"/>
              </a:ext>
            </a:extLst>
          </p:cNvPr>
          <p:cNvSpPr/>
          <p:nvPr/>
        </p:nvSpPr>
        <p:spPr>
          <a:xfrm>
            <a:off x="732028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BFDD2E-B2BE-62F3-574D-0BAD55E2A465}"/>
              </a:ext>
            </a:extLst>
          </p:cNvPr>
          <p:cNvSpPr/>
          <p:nvPr/>
        </p:nvSpPr>
        <p:spPr>
          <a:xfrm>
            <a:off x="812800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D0FB315-7E29-E6E2-1756-5A217CC77F9B}"/>
              </a:ext>
            </a:extLst>
          </p:cNvPr>
          <p:cNvSpPr/>
          <p:nvPr/>
        </p:nvSpPr>
        <p:spPr>
          <a:xfrm>
            <a:off x="8935720" y="329184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5F36447-248E-1F5A-C6DD-7A5B82D5A3A4}"/>
              </a:ext>
            </a:extLst>
          </p:cNvPr>
          <p:cNvSpPr/>
          <p:nvPr/>
        </p:nvSpPr>
        <p:spPr>
          <a:xfrm>
            <a:off x="2240280" y="46990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C451DEE-2AB8-9C0F-1004-B5560ACA061E}"/>
              </a:ext>
            </a:extLst>
          </p:cNvPr>
          <p:cNvSpPr/>
          <p:nvPr/>
        </p:nvSpPr>
        <p:spPr>
          <a:xfrm>
            <a:off x="4975860" y="560832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9D91764-E09E-2E2E-56DA-F32263E21D3F}"/>
              </a:ext>
            </a:extLst>
          </p:cNvPr>
          <p:cNvSpPr/>
          <p:nvPr/>
        </p:nvSpPr>
        <p:spPr>
          <a:xfrm>
            <a:off x="5067300" y="46990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ACA43F6-B120-9A95-61BC-1016714D8561}"/>
              </a:ext>
            </a:extLst>
          </p:cNvPr>
          <p:cNvCxnSpPr>
            <a:cxnSpLocks/>
            <a:stCxn id="36" idx="3"/>
            <a:endCxn id="46" idx="1"/>
          </p:cNvCxnSpPr>
          <p:nvPr/>
        </p:nvCxnSpPr>
        <p:spPr>
          <a:xfrm>
            <a:off x="3048000" y="5102860"/>
            <a:ext cx="6007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610EED6-CEFA-A09F-9FD0-9E01867C2889}"/>
              </a:ext>
            </a:extLst>
          </p:cNvPr>
          <p:cNvSpPr/>
          <p:nvPr/>
        </p:nvSpPr>
        <p:spPr>
          <a:xfrm>
            <a:off x="3648710" y="4699000"/>
            <a:ext cx="807720" cy="8077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1072CCC-6033-CBA7-458A-DECF6E74CFDA}"/>
              </a:ext>
            </a:extLst>
          </p:cNvPr>
          <p:cNvCxnSpPr>
            <a:cxnSpLocks/>
            <a:stCxn id="46" idx="3"/>
            <a:endCxn id="38" idx="1"/>
          </p:cNvCxnSpPr>
          <p:nvPr/>
        </p:nvCxnSpPr>
        <p:spPr>
          <a:xfrm>
            <a:off x="4456430" y="5102860"/>
            <a:ext cx="6108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3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1325880" y="335280"/>
            <a:ext cx="3429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np.array([1,2,3,4])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len(a) =&gt; 4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a.shape  =&gt;  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2000">
                <a:latin typeface="Consolas" panose="020B0609020204030204" pitchFamily="49" charset="0"/>
              </a:rPr>
              <a:t>,)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69949C-6C13-037C-7148-06BCBDAE4F9D}"/>
              </a:ext>
            </a:extLst>
          </p:cNvPr>
          <p:cNvSpPr/>
          <p:nvPr/>
        </p:nvSpPr>
        <p:spPr>
          <a:xfrm>
            <a:off x="3185160" y="204216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0746BB-FCB3-AEFA-E89E-BC65EE593A7F}"/>
              </a:ext>
            </a:extLst>
          </p:cNvPr>
          <p:cNvSpPr/>
          <p:nvPr/>
        </p:nvSpPr>
        <p:spPr>
          <a:xfrm>
            <a:off x="3830320" y="204216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1A4955-DCCD-E286-B798-D9300FF6AC33}"/>
              </a:ext>
            </a:extLst>
          </p:cNvPr>
          <p:cNvSpPr/>
          <p:nvPr/>
        </p:nvSpPr>
        <p:spPr>
          <a:xfrm>
            <a:off x="4475480" y="204216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1AC75C-0B3B-9554-B847-99D7DA5B5605}"/>
              </a:ext>
            </a:extLst>
          </p:cNvPr>
          <p:cNvSpPr/>
          <p:nvPr/>
        </p:nvSpPr>
        <p:spPr>
          <a:xfrm>
            <a:off x="5120640" y="204216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86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D2D844-6F2F-1AF9-0901-498377E132AC}"/>
              </a:ext>
            </a:extLst>
          </p:cNvPr>
          <p:cNvSpPr/>
          <p:nvPr/>
        </p:nvSpPr>
        <p:spPr>
          <a:xfrm>
            <a:off x="2905760" y="1828800"/>
            <a:ext cx="2799080" cy="8534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1325880" y="335280"/>
            <a:ext cx="3711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np.array([[1,2,3,4]])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len(a) =&gt; 1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a.shape  =&gt;  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, 4)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3D25D97-DE09-A254-B780-B997628066DF}"/>
              </a:ext>
            </a:extLst>
          </p:cNvPr>
          <p:cNvGrpSpPr/>
          <p:nvPr/>
        </p:nvGrpSpPr>
        <p:grpSpPr>
          <a:xfrm>
            <a:off x="3014980" y="1932940"/>
            <a:ext cx="2580640" cy="645160"/>
            <a:chOff x="3017520" y="1950720"/>
            <a:chExt cx="2580640" cy="64516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969949C-6C13-037C-7148-06BCBDAE4F9D}"/>
                </a:ext>
              </a:extLst>
            </p:cNvPr>
            <p:cNvSpPr/>
            <p:nvPr/>
          </p:nvSpPr>
          <p:spPr>
            <a:xfrm>
              <a:off x="3017520" y="1950720"/>
              <a:ext cx="645160" cy="645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A0746BB-FCB3-AEFA-E89E-BC65EE593A7F}"/>
                </a:ext>
              </a:extLst>
            </p:cNvPr>
            <p:cNvSpPr/>
            <p:nvPr/>
          </p:nvSpPr>
          <p:spPr>
            <a:xfrm>
              <a:off x="3662680" y="1950720"/>
              <a:ext cx="645160" cy="645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01A4955-DCCD-E286-B798-D9300FF6AC33}"/>
                </a:ext>
              </a:extLst>
            </p:cNvPr>
            <p:cNvSpPr/>
            <p:nvPr/>
          </p:nvSpPr>
          <p:spPr>
            <a:xfrm>
              <a:off x="4307840" y="1950720"/>
              <a:ext cx="645160" cy="645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A1AC75C-0B3B-9554-B847-99D7DA5B5605}"/>
                </a:ext>
              </a:extLst>
            </p:cNvPr>
            <p:cNvSpPr/>
            <p:nvPr/>
          </p:nvSpPr>
          <p:spPr>
            <a:xfrm>
              <a:off x="4953000" y="1950720"/>
              <a:ext cx="645160" cy="645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4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083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D2D844-6F2F-1AF9-0901-498377E132AC}"/>
              </a:ext>
            </a:extLst>
          </p:cNvPr>
          <p:cNvSpPr/>
          <p:nvPr/>
        </p:nvSpPr>
        <p:spPr>
          <a:xfrm>
            <a:off x="1254760" y="1844040"/>
            <a:ext cx="1498600" cy="8534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1325880" y="335280"/>
            <a:ext cx="39934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np.array([[1,2],[3,4]])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len(a) =&gt; 2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a.shape  =&gt;  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 2)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69949C-6C13-037C-7148-06BCBDAE4F9D}"/>
              </a:ext>
            </a:extLst>
          </p:cNvPr>
          <p:cNvSpPr/>
          <p:nvPr/>
        </p:nvSpPr>
        <p:spPr>
          <a:xfrm>
            <a:off x="1363980" y="194818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0746BB-FCB3-AEFA-E89E-BC65EE593A7F}"/>
              </a:ext>
            </a:extLst>
          </p:cNvPr>
          <p:cNvSpPr/>
          <p:nvPr/>
        </p:nvSpPr>
        <p:spPr>
          <a:xfrm>
            <a:off x="2009140" y="194818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ED72C2-9D9C-6A54-E64B-56C6C08CDFA8}"/>
              </a:ext>
            </a:extLst>
          </p:cNvPr>
          <p:cNvSpPr/>
          <p:nvPr/>
        </p:nvSpPr>
        <p:spPr>
          <a:xfrm>
            <a:off x="2753360" y="1844040"/>
            <a:ext cx="1498600" cy="8534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5064A4-40F7-A81D-5BD6-81265873B018}"/>
              </a:ext>
            </a:extLst>
          </p:cNvPr>
          <p:cNvSpPr/>
          <p:nvPr/>
        </p:nvSpPr>
        <p:spPr>
          <a:xfrm>
            <a:off x="2862580" y="194818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C5A341-24E5-4303-D3A3-88D459E16062}"/>
              </a:ext>
            </a:extLst>
          </p:cNvPr>
          <p:cNvSpPr/>
          <p:nvPr/>
        </p:nvSpPr>
        <p:spPr>
          <a:xfrm>
            <a:off x="3507740" y="194818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A3AB64-999B-215E-6A7E-5B9924D9CD7E}"/>
              </a:ext>
            </a:extLst>
          </p:cNvPr>
          <p:cNvSpPr/>
          <p:nvPr/>
        </p:nvSpPr>
        <p:spPr>
          <a:xfrm>
            <a:off x="7340600" y="1722219"/>
            <a:ext cx="1498600" cy="8534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5E9DA-FA0F-0415-DC3A-A9FED06F8FC3}"/>
              </a:ext>
            </a:extLst>
          </p:cNvPr>
          <p:cNvSpPr txBox="1"/>
          <p:nvPr/>
        </p:nvSpPr>
        <p:spPr>
          <a:xfrm>
            <a:off x="6370320" y="-38001"/>
            <a:ext cx="314701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np.array([[1,2],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     [3,4]])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len(a) =&gt; 2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a.shape  =&gt;  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 2)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EFC45E-0759-89D6-0F01-32C02AAD516C}"/>
              </a:ext>
            </a:extLst>
          </p:cNvPr>
          <p:cNvSpPr/>
          <p:nvPr/>
        </p:nvSpPr>
        <p:spPr>
          <a:xfrm>
            <a:off x="7449820" y="1826359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EE5466-B75E-68FF-69AE-935A1F109FEA}"/>
              </a:ext>
            </a:extLst>
          </p:cNvPr>
          <p:cNvSpPr/>
          <p:nvPr/>
        </p:nvSpPr>
        <p:spPr>
          <a:xfrm>
            <a:off x="8094980" y="1826359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E24315-C55C-1B08-F7BB-251B8A01D347}"/>
              </a:ext>
            </a:extLst>
          </p:cNvPr>
          <p:cNvSpPr/>
          <p:nvPr/>
        </p:nvSpPr>
        <p:spPr>
          <a:xfrm>
            <a:off x="7340600" y="2575560"/>
            <a:ext cx="1498600" cy="8534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8F49B2-D027-A9FE-45FF-1193D98B120D}"/>
              </a:ext>
            </a:extLst>
          </p:cNvPr>
          <p:cNvSpPr/>
          <p:nvPr/>
        </p:nvSpPr>
        <p:spPr>
          <a:xfrm>
            <a:off x="7449820" y="267970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BA3B5E-D6C7-6CCA-8F91-E854B3B56721}"/>
              </a:ext>
            </a:extLst>
          </p:cNvPr>
          <p:cNvSpPr/>
          <p:nvPr/>
        </p:nvSpPr>
        <p:spPr>
          <a:xfrm>
            <a:off x="8094980" y="2679700"/>
            <a:ext cx="645160" cy="645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163D268-9771-3FBA-2D67-549C6A6E2357}"/>
              </a:ext>
            </a:extLst>
          </p:cNvPr>
          <p:cNvCxnSpPr/>
          <p:nvPr/>
        </p:nvCxnSpPr>
        <p:spPr>
          <a:xfrm>
            <a:off x="8691880" y="873760"/>
            <a:ext cx="0" cy="482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25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BC833128-BEC0-BE2B-9B75-359F782885C7}"/>
              </a:ext>
            </a:extLst>
          </p:cNvPr>
          <p:cNvSpPr/>
          <p:nvPr/>
        </p:nvSpPr>
        <p:spPr>
          <a:xfrm>
            <a:off x="4652532" y="1844526"/>
            <a:ext cx="1326627" cy="14879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1325880" y="335280"/>
            <a:ext cx="427552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np.array([[[1,2],[3,4]],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[[5,6],[7,8]]])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len(a) =&gt; 2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a.shape  =&gt;  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 2, 2)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E364B6E-DEB8-8E47-0633-123094829554}"/>
              </a:ext>
            </a:extLst>
          </p:cNvPr>
          <p:cNvCxnSpPr/>
          <p:nvPr/>
        </p:nvCxnSpPr>
        <p:spPr>
          <a:xfrm>
            <a:off x="4079240" y="1220470"/>
            <a:ext cx="0" cy="482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5845B06-14CC-DA7A-3003-743E46CF2A63}"/>
              </a:ext>
            </a:extLst>
          </p:cNvPr>
          <p:cNvSpPr/>
          <p:nvPr/>
        </p:nvSpPr>
        <p:spPr>
          <a:xfrm>
            <a:off x="4729480" y="1925419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B1652A7-4C29-50FE-9307-A91728D18121}"/>
              </a:ext>
            </a:extLst>
          </p:cNvPr>
          <p:cNvSpPr/>
          <p:nvPr/>
        </p:nvSpPr>
        <p:spPr>
          <a:xfrm>
            <a:off x="4814319" y="2006312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55D5CD-59D8-56C3-28E5-51E5130F10AB}"/>
              </a:ext>
            </a:extLst>
          </p:cNvPr>
          <p:cNvSpPr/>
          <p:nvPr/>
        </p:nvSpPr>
        <p:spPr>
          <a:xfrm>
            <a:off x="5315462" y="2006312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5843394-B3B0-532E-F84B-892630A0695C}"/>
              </a:ext>
            </a:extLst>
          </p:cNvPr>
          <p:cNvSpPr/>
          <p:nvPr/>
        </p:nvSpPr>
        <p:spPr>
          <a:xfrm>
            <a:off x="4729480" y="2588271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AAAD674-5FE1-4214-0176-55CAAA128E46}"/>
              </a:ext>
            </a:extLst>
          </p:cNvPr>
          <p:cNvSpPr/>
          <p:nvPr/>
        </p:nvSpPr>
        <p:spPr>
          <a:xfrm>
            <a:off x="4814319" y="2669164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0E01D3C-AC33-516E-C9A7-5D7D1FD4403F}"/>
              </a:ext>
            </a:extLst>
          </p:cNvPr>
          <p:cNvSpPr/>
          <p:nvPr/>
        </p:nvSpPr>
        <p:spPr>
          <a:xfrm>
            <a:off x="5315462" y="2669164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9E09F97-E091-EFB6-23E4-61B52320D699}"/>
              </a:ext>
            </a:extLst>
          </p:cNvPr>
          <p:cNvSpPr/>
          <p:nvPr/>
        </p:nvSpPr>
        <p:spPr>
          <a:xfrm>
            <a:off x="4652532" y="3332403"/>
            <a:ext cx="1326627" cy="14879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F23F73F-90AC-755A-7093-62F94BE0564B}"/>
              </a:ext>
            </a:extLst>
          </p:cNvPr>
          <p:cNvSpPr/>
          <p:nvPr/>
        </p:nvSpPr>
        <p:spPr>
          <a:xfrm>
            <a:off x="4729480" y="3413296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785210D-47A5-1256-8BB0-0C76ED92DA1A}"/>
              </a:ext>
            </a:extLst>
          </p:cNvPr>
          <p:cNvSpPr/>
          <p:nvPr/>
        </p:nvSpPr>
        <p:spPr>
          <a:xfrm>
            <a:off x="4814319" y="3494189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５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E089D9B-8D3F-30D7-9838-7DD661C763B6}"/>
              </a:ext>
            </a:extLst>
          </p:cNvPr>
          <p:cNvSpPr/>
          <p:nvPr/>
        </p:nvSpPr>
        <p:spPr>
          <a:xfrm>
            <a:off x="5315462" y="3494189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６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0EEEB90-5600-BAF0-9CA9-F84B5FBB682A}"/>
              </a:ext>
            </a:extLst>
          </p:cNvPr>
          <p:cNvSpPr/>
          <p:nvPr/>
        </p:nvSpPr>
        <p:spPr>
          <a:xfrm>
            <a:off x="4729480" y="4076148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74B7EC9-E431-D467-51D1-CE4171DDA665}"/>
              </a:ext>
            </a:extLst>
          </p:cNvPr>
          <p:cNvSpPr/>
          <p:nvPr/>
        </p:nvSpPr>
        <p:spPr>
          <a:xfrm>
            <a:off x="4814319" y="4157041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７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B811DFE-EF33-EFA5-EDFA-6597C54CED9B}"/>
              </a:ext>
            </a:extLst>
          </p:cNvPr>
          <p:cNvSpPr/>
          <p:nvPr/>
        </p:nvSpPr>
        <p:spPr>
          <a:xfrm>
            <a:off x="5315462" y="4157041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８</a:t>
            </a:r>
          </a:p>
        </p:txBody>
      </p:sp>
    </p:spTree>
    <p:extLst>
      <p:ext uri="{BB962C8B-B14F-4D97-AF65-F5344CB8AC3E}">
        <p14:creationId xmlns:p14="http://schemas.microsoft.com/office/powerpoint/2010/main" val="185418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FCF6A9-B6C3-3B2C-25E6-FDE1AE01734F}"/>
              </a:ext>
            </a:extLst>
          </p:cNvPr>
          <p:cNvSpPr/>
          <p:nvPr/>
        </p:nvSpPr>
        <p:spPr>
          <a:xfrm>
            <a:off x="6812281" y="724319"/>
            <a:ext cx="2638394" cy="18207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1325880" y="335280"/>
            <a:ext cx="45576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a = np.array([[[[1,2],[3,4]],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 [[5,6],[7,8]]],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[[[1,2],[3,4]],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 [[5,6],[7,8]]]])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len(a) =&gt; 2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a.shape  =&gt;  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 2, 2, 2)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E364B6E-DEB8-8E47-0633-123094829554}"/>
              </a:ext>
            </a:extLst>
          </p:cNvPr>
          <p:cNvCxnSpPr/>
          <p:nvPr/>
        </p:nvCxnSpPr>
        <p:spPr>
          <a:xfrm>
            <a:off x="4069080" y="1830070"/>
            <a:ext cx="0" cy="482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AD9714-E85F-E6C2-3FBF-78B977A5EFD1}"/>
              </a:ext>
            </a:extLst>
          </p:cNvPr>
          <p:cNvSpPr/>
          <p:nvPr/>
        </p:nvSpPr>
        <p:spPr>
          <a:xfrm>
            <a:off x="6888839" y="808051"/>
            <a:ext cx="2482797" cy="8277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8C0C99-5CF9-37D7-13C8-7362879C0B4A}"/>
              </a:ext>
            </a:extLst>
          </p:cNvPr>
          <p:cNvSpPr/>
          <p:nvPr/>
        </p:nvSpPr>
        <p:spPr>
          <a:xfrm>
            <a:off x="6966555" y="889099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9E2718-8901-9D5F-F8A2-DE4C4AFF5E04}"/>
              </a:ext>
            </a:extLst>
          </p:cNvPr>
          <p:cNvSpPr/>
          <p:nvPr/>
        </p:nvSpPr>
        <p:spPr>
          <a:xfrm>
            <a:off x="7051394" y="969992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39906D-FC14-7192-4862-179DFD2CB314}"/>
              </a:ext>
            </a:extLst>
          </p:cNvPr>
          <p:cNvSpPr/>
          <p:nvPr/>
        </p:nvSpPr>
        <p:spPr>
          <a:xfrm>
            <a:off x="7552537" y="969992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40999E-352C-F93F-BED0-13AABD222193}"/>
              </a:ext>
            </a:extLst>
          </p:cNvPr>
          <p:cNvSpPr/>
          <p:nvPr/>
        </p:nvSpPr>
        <p:spPr>
          <a:xfrm>
            <a:off x="8130627" y="890657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E30B40-271C-137D-FDBE-A7BD543160FD}"/>
              </a:ext>
            </a:extLst>
          </p:cNvPr>
          <p:cNvSpPr/>
          <p:nvPr/>
        </p:nvSpPr>
        <p:spPr>
          <a:xfrm>
            <a:off x="8215466" y="971550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4A2B05-731B-92A9-6634-961FF1B5E43A}"/>
              </a:ext>
            </a:extLst>
          </p:cNvPr>
          <p:cNvSpPr/>
          <p:nvPr/>
        </p:nvSpPr>
        <p:spPr>
          <a:xfrm>
            <a:off x="8716609" y="971550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9298E2-F907-BD6B-9198-429191DA9D56}"/>
              </a:ext>
            </a:extLst>
          </p:cNvPr>
          <p:cNvSpPr/>
          <p:nvPr/>
        </p:nvSpPr>
        <p:spPr>
          <a:xfrm>
            <a:off x="6888839" y="1634047"/>
            <a:ext cx="2482797" cy="8277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DF6582-BA4D-C23B-70F7-FF60EFF97020}"/>
              </a:ext>
            </a:extLst>
          </p:cNvPr>
          <p:cNvSpPr/>
          <p:nvPr/>
        </p:nvSpPr>
        <p:spPr>
          <a:xfrm>
            <a:off x="6966555" y="1715095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C338F8-7493-83F5-B8C4-6FBB36C943A2}"/>
              </a:ext>
            </a:extLst>
          </p:cNvPr>
          <p:cNvSpPr/>
          <p:nvPr/>
        </p:nvSpPr>
        <p:spPr>
          <a:xfrm>
            <a:off x="7051394" y="1795988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C6AE24-7324-F5F2-9871-5F14045F8E82}"/>
              </a:ext>
            </a:extLst>
          </p:cNvPr>
          <p:cNvSpPr/>
          <p:nvPr/>
        </p:nvSpPr>
        <p:spPr>
          <a:xfrm>
            <a:off x="7552537" y="1795988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６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BCC692-E69E-60D8-DD5A-0BB0C20BFAAF}"/>
              </a:ext>
            </a:extLst>
          </p:cNvPr>
          <p:cNvSpPr/>
          <p:nvPr/>
        </p:nvSpPr>
        <p:spPr>
          <a:xfrm>
            <a:off x="8130627" y="1716653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466FFA-04A8-989D-8BCC-03B2D10916E0}"/>
              </a:ext>
            </a:extLst>
          </p:cNvPr>
          <p:cNvSpPr/>
          <p:nvPr/>
        </p:nvSpPr>
        <p:spPr>
          <a:xfrm>
            <a:off x="8215466" y="1797546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７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6A8213-2DA2-0A28-A086-20C0EE6E398B}"/>
              </a:ext>
            </a:extLst>
          </p:cNvPr>
          <p:cNvSpPr/>
          <p:nvPr/>
        </p:nvSpPr>
        <p:spPr>
          <a:xfrm>
            <a:off x="8716609" y="1797546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B89C2C-CFEB-2FE5-E53F-21B165CA7297}"/>
              </a:ext>
            </a:extLst>
          </p:cNvPr>
          <p:cNvSpPr/>
          <p:nvPr/>
        </p:nvSpPr>
        <p:spPr>
          <a:xfrm>
            <a:off x="6811147" y="2541809"/>
            <a:ext cx="2638394" cy="18207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18E11F-8549-BE98-CA8F-1B988B502A4A}"/>
              </a:ext>
            </a:extLst>
          </p:cNvPr>
          <p:cNvSpPr/>
          <p:nvPr/>
        </p:nvSpPr>
        <p:spPr>
          <a:xfrm>
            <a:off x="6887705" y="2625541"/>
            <a:ext cx="2482797" cy="8277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4090645-9D7F-2BDD-8E1C-A8AE448DA90B}"/>
              </a:ext>
            </a:extLst>
          </p:cNvPr>
          <p:cNvSpPr/>
          <p:nvPr/>
        </p:nvSpPr>
        <p:spPr>
          <a:xfrm>
            <a:off x="6965421" y="2706589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3A2EA5-B2B2-14FA-8A26-4ED6D8AC352B}"/>
              </a:ext>
            </a:extLst>
          </p:cNvPr>
          <p:cNvSpPr/>
          <p:nvPr/>
        </p:nvSpPr>
        <p:spPr>
          <a:xfrm>
            <a:off x="7050260" y="2787482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FB3FA9D-EF2A-67F7-417D-3D25631C619F}"/>
              </a:ext>
            </a:extLst>
          </p:cNvPr>
          <p:cNvSpPr/>
          <p:nvPr/>
        </p:nvSpPr>
        <p:spPr>
          <a:xfrm>
            <a:off x="7551403" y="2787482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8A6FC2-2D18-EF32-FA9D-7D596CC57AD3}"/>
              </a:ext>
            </a:extLst>
          </p:cNvPr>
          <p:cNvSpPr/>
          <p:nvPr/>
        </p:nvSpPr>
        <p:spPr>
          <a:xfrm>
            <a:off x="8129493" y="2708147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391144-D024-4532-55E3-8DBFD01D61F8}"/>
              </a:ext>
            </a:extLst>
          </p:cNvPr>
          <p:cNvSpPr/>
          <p:nvPr/>
        </p:nvSpPr>
        <p:spPr>
          <a:xfrm>
            <a:off x="8214332" y="2789040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ED29202-07A7-1719-8549-B96D2667B04E}"/>
              </a:ext>
            </a:extLst>
          </p:cNvPr>
          <p:cNvSpPr/>
          <p:nvPr/>
        </p:nvSpPr>
        <p:spPr>
          <a:xfrm>
            <a:off x="8715475" y="2789040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0BE3AB-F8EB-A64C-2CC1-24073A92E3E2}"/>
              </a:ext>
            </a:extLst>
          </p:cNvPr>
          <p:cNvSpPr/>
          <p:nvPr/>
        </p:nvSpPr>
        <p:spPr>
          <a:xfrm>
            <a:off x="6887705" y="3451537"/>
            <a:ext cx="2482797" cy="8277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57F4CE-5E2A-5936-2939-E744B4A3191B}"/>
              </a:ext>
            </a:extLst>
          </p:cNvPr>
          <p:cNvSpPr/>
          <p:nvPr/>
        </p:nvSpPr>
        <p:spPr>
          <a:xfrm>
            <a:off x="6965421" y="3532585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606B40-3BFA-2E07-6372-1722B61A6736}"/>
              </a:ext>
            </a:extLst>
          </p:cNvPr>
          <p:cNvSpPr/>
          <p:nvPr/>
        </p:nvSpPr>
        <p:spPr>
          <a:xfrm>
            <a:off x="7050260" y="3613478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５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47F848C-EC3A-C36E-9AC0-72F720A5FB35}"/>
              </a:ext>
            </a:extLst>
          </p:cNvPr>
          <p:cNvSpPr/>
          <p:nvPr/>
        </p:nvSpPr>
        <p:spPr>
          <a:xfrm>
            <a:off x="7551403" y="3613478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６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931B4A5-DF3C-E348-5D06-8F477AEF85D7}"/>
              </a:ext>
            </a:extLst>
          </p:cNvPr>
          <p:cNvSpPr/>
          <p:nvPr/>
        </p:nvSpPr>
        <p:spPr>
          <a:xfrm>
            <a:off x="8129493" y="3534143"/>
            <a:ext cx="1164072" cy="662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842A9C1-7EED-1E8F-025C-E6D74C063304}"/>
              </a:ext>
            </a:extLst>
          </p:cNvPr>
          <p:cNvSpPr/>
          <p:nvPr/>
        </p:nvSpPr>
        <p:spPr>
          <a:xfrm>
            <a:off x="8214332" y="3615036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７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BC94B71-DFF8-401F-9272-A61F8379806F}"/>
              </a:ext>
            </a:extLst>
          </p:cNvPr>
          <p:cNvSpPr/>
          <p:nvPr/>
        </p:nvSpPr>
        <p:spPr>
          <a:xfrm>
            <a:off x="8715475" y="3615036"/>
            <a:ext cx="501143" cy="5011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８</a:t>
            </a:r>
          </a:p>
        </p:txBody>
      </p:sp>
    </p:spTree>
    <p:extLst>
      <p:ext uri="{BB962C8B-B14F-4D97-AF65-F5344CB8AC3E}">
        <p14:creationId xmlns:p14="http://schemas.microsoft.com/office/powerpoint/2010/main" val="210332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1325880" y="335280"/>
            <a:ext cx="2864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item = np.zeros(4);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6DB4C6-C80E-95BA-848D-E9F35E070B08}"/>
              </a:ext>
            </a:extLst>
          </p:cNvPr>
          <p:cNvSpPr/>
          <p:nvPr/>
        </p:nvSpPr>
        <p:spPr>
          <a:xfrm>
            <a:off x="4978400" y="863600"/>
            <a:ext cx="675640" cy="6756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A41D2C-4ABE-3C31-4BD9-6A407FFB061A}"/>
              </a:ext>
            </a:extLst>
          </p:cNvPr>
          <p:cNvSpPr/>
          <p:nvPr/>
        </p:nvSpPr>
        <p:spPr>
          <a:xfrm>
            <a:off x="5621020" y="863600"/>
            <a:ext cx="675640" cy="6756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A20F43D-2807-3C47-E31C-E6D6E4C333A5}"/>
              </a:ext>
            </a:extLst>
          </p:cNvPr>
          <p:cNvSpPr/>
          <p:nvPr/>
        </p:nvSpPr>
        <p:spPr>
          <a:xfrm>
            <a:off x="6263640" y="863600"/>
            <a:ext cx="675640" cy="6756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8987C3B-B859-8411-FC20-D2E233031C95}"/>
              </a:ext>
            </a:extLst>
          </p:cNvPr>
          <p:cNvSpPr/>
          <p:nvPr/>
        </p:nvSpPr>
        <p:spPr>
          <a:xfrm>
            <a:off x="6906260" y="863600"/>
            <a:ext cx="675640" cy="6756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480FE7-A82C-34EC-4BED-1AA58D4FCDEE}"/>
              </a:ext>
            </a:extLst>
          </p:cNvPr>
          <p:cNvSpPr/>
          <p:nvPr/>
        </p:nvSpPr>
        <p:spPr>
          <a:xfrm>
            <a:off x="4978400" y="259080"/>
            <a:ext cx="675640" cy="675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D962B6-1C5A-3E0C-A11E-956A414D875D}"/>
              </a:ext>
            </a:extLst>
          </p:cNvPr>
          <p:cNvSpPr/>
          <p:nvPr/>
        </p:nvSpPr>
        <p:spPr>
          <a:xfrm>
            <a:off x="5621020" y="259080"/>
            <a:ext cx="675640" cy="675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F7595B4-A318-92F3-DCB3-7DCB8078B7C0}"/>
              </a:ext>
            </a:extLst>
          </p:cNvPr>
          <p:cNvSpPr/>
          <p:nvPr/>
        </p:nvSpPr>
        <p:spPr>
          <a:xfrm>
            <a:off x="6263640" y="259080"/>
            <a:ext cx="675640" cy="675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12E6A7-0245-BB92-A28A-23EF50079CF6}"/>
              </a:ext>
            </a:extLst>
          </p:cNvPr>
          <p:cNvSpPr/>
          <p:nvPr/>
        </p:nvSpPr>
        <p:spPr>
          <a:xfrm>
            <a:off x="6906260" y="259080"/>
            <a:ext cx="675640" cy="675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958700-2E84-DBA7-22B6-C0E6F697EA98}"/>
              </a:ext>
            </a:extLst>
          </p:cNvPr>
          <p:cNvSpPr txBox="1"/>
          <p:nvPr/>
        </p:nvSpPr>
        <p:spPr>
          <a:xfrm>
            <a:off x="8285480" y="689223"/>
            <a:ext cx="2775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onsolas" panose="020B0609020204030204" pitchFamily="49" charset="0"/>
              </a:rPr>
              <a:t>메모리를 심하게 낭비</a:t>
            </a:r>
          </a:p>
        </p:txBody>
      </p:sp>
    </p:spTree>
    <p:extLst>
      <p:ext uri="{BB962C8B-B14F-4D97-AF65-F5344CB8AC3E}">
        <p14:creationId xmlns:p14="http://schemas.microsoft.com/office/powerpoint/2010/main" val="305439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1325880" y="335280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item = 0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item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9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958700-2E84-DBA7-22B6-C0E6F697EA98}"/>
              </a:ext>
            </a:extLst>
          </p:cNvPr>
          <p:cNvSpPr txBox="1"/>
          <p:nvPr/>
        </p:nvSpPr>
        <p:spPr>
          <a:xfrm>
            <a:off x="8285480" y="689223"/>
            <a:ext cx="2775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onsolas" panose="020B0609020204030204" pitchFamily="49" charset="0"/>
              </a:rPr>
              <a:t>메모리를 심하게 낭비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25612F-65D7-109D-73D3-B740BA7705A4}"/>
              </a:ext>
            </a:extLst>
          </p:cNvPr>
          <p:cNvSpPr/>
          <p:nvPr/>
        </p:nvSpPr>
        <p:spPr>
          <a:xfrm>
            <a:off x="83820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3EBF7BA-3247-A334-C770-6BDCF8B7551D}"/>
              </a:ext>
            </a:extLst>
          </p:cNvPr>
          <p:cNvSpPr/>
          <p:nvPr/>
        </p:nvSpPr>
        <p:spPr>
          <a:xfrm>
            <a:off x="117856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917F01-6B66-3582-68A7-CFA0450C2358}"/>
              </a:ext>
            </a:extLst>
          </p:cNvPr>
          <p:cNvSpPr/>
          <p:nvPr/>
        </p:nvSpPr>
        <p:spPr>
          <a:xfrm>
            <a:off x="151892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531108-D262-3546-F47F-0A0538CC4CC0}"/>
              </a:ext>
            </a:extLst>
          </p:cNvPr>
          <p:cNvSpPr/>
          <p:nvPr/>
        </p:nvSpPr>
        <p:spPr>
          <a:xfrm>
            <a:off x="185928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4D98D6-C336-4B69-29DD-DC3D725D9374}"/>
              </a:ext>
            </a:extLst>
          </p:cNvPr>
          <p:cNvSpPr/>
          <p:nvPr/>
        </p:nvSpPr>
        <p:spPr>
          <a:xfrm>
            <a:off x="219964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8B006E-DFC7-3B5B-3DDB-BD0FE14AAD94}"/>
              </a:ext>
            </a:extLst>
          </p:cNvPr>
          <p:cNvSpPr/>
          <p:nvPr/>
        </p:nvSpPr>
        <p:spPr>
          <a:xfrm>
            <a:off x="254000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B06CD3-CEA6-484A-91A7-3D2A85C613C4}"/>
              </a:ext>
            </a:extLst>
          </p:cNvPr>
          <p:cNvSpPr/>
          <p:nvPr/>
        </p:nvSpPr>
        <p:spPr>
          <a:xfrm>
            <a:off x="288036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BA62AC-D5B7-4C32-053F-5E24132EA0CD}"/>
              </a:ext>
            </a:extLst>
          </p:cNvPr>
          <p:cNvSpPr/>
          <p:nvPr/>
        </p:nvSpPr>
        <p:spPr>
          <a:xfrm>
            <a:off x="322072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2C46C9-CE0C-706B-E3C3-3DC2BB972818}"/>
              </a:ext>
            </a:extLst>
          </p:cNvPr>
          <p:cNvSpPr/>
          <p:nvPr/>
        </p:nvSpPr>
        <p:spPr>
          <a:xfrm>
            <a:off x="355600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AF7540-F1BA-677F-5552-DE75F53E3813}"/>
              </a:ext>
            </a:extLst>
          </p:cNvPr>
          <p:cNvSpPr/>
          <p:nvPr/>
        </p:nvSpPr>
        <p:spPr>
          <a:xfrm>
            <a:off x="389636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F96BAC-03C0-FC4D-2C9B-280ED5EB203E}"/>
              </a:ext>
            </a:extLst>
          </p:cNvPr>
          <p:cNvSpPr/>
          <p:nvPr/>
        </p:nvSpPr>
        <p:spPr>
          <a:xfrm>
            <a:off x="423672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083096-E4A6-7094-E548-841A402DAE25}"/>
              </a:ext>
            </a:extLst>
          </p:cNvPr>
          <p:cNvSpPr/>
          <p:nvPr/>
        </p:nvSpPr>
        <p:spPr>
          <a:xfrm>
            <a:off x="457708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1265AC-7210-A804-C1C5-A0097288F833}"/>
              </a:ext>
            </a:extLst>
          </p:cNvPr>
          <p:cNvSpPr/>
          <p:nvPr/>
        </p:nvSpPr>
        <p:spPr>
          <a:xfrm>
            <a:off x="491744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974E3D-D186-440F-64E7-175570D6E7A4}"/>
              </a:ext>
            </a:extLst>
          </p:cNvPr>
          <p:cNvSpPr/>
          <p:nvPr/>
        </p:nvSpPr>
        <p:spPr>
          <a:xfrm>
            <a:off x="525780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B98F38-C397-9992-C0B8-3E4644AF08B6}"/>
              </a:ext>
            </a:extLst>
          </p:cNvPr>
          <p:cNvSpPr/>
          <p:nvPr/>
        </p:nvSpPr>
        <p:spPr>
          <a:xfrm>
            <a:off x="559816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EBA123-D4E0-906D-F6A1-61703A539777}"/>
              </a:ext>
            </a:extLst>
          </p:cNvPr>
          <p:cNvSpPr/>
          <p:nvPr/>
        </p:nvSpPr>
        <p:spPr>
          <a:xfrm>
            <a:off x="593852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DB2A30-0B3D-E0F1-DE10-EAF5E34EBF3C}"/>
              </a:ext>
            </a:extLst>
          </p:cNvPr>
          <p:cNvSpPr/>
          <p:nvPr/>
        </p:nvSpPr>
        <p:spPr>
          <a:xfrm>
            <a:off x="627380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55393BC-A986-F796-CF27-9EBFA9D3E3D2}"/>
              </a:ext>
            </a:extLst>
          </p:cNvPr>
          <p:cNvSpPr/>
          <p:nvPr/>
        </p:nvSpPr>
        <p:spPr>
          <a:xfrm>
            <a:off x="661416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89EDEB-B079-5C5C-C018-BB3655DB187E}"/>
              </a:ext>
            </a:extLst>
          </p:cNvPr>
          <p:cNvSpPr/>
          <p:nvPr/>
        </p:nvSpPr>
        <p:spPr>
          <a:xfrm>
            <a:off x="695452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9998CE-EAAC-7AD1-F8B9-C23077A46719}"/>
              </a:ext>
            </a:extLst>
          </p:cNvPr>
          <p:cNvSpPr/>
          <p:nvPr/>
        </p:nvSpPr>
        <p:spPr>
          <a:xfrm>
            <a:off x="729488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E9557A-DA14-55AF-94CF-31BDC5E7444D}"/>
              </a:ext>
            </a:extLst>
          </p:cNvPr>
          <p:cNvSpPr/>
          <p:nvPr/>
        </p:nvSpPr>
        <p:spPr>
          <a:xfrm>
            <a:off x="763524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8AC41E-9B27-B895-CCFD-68503B6F422F}"/>
              </a:ext>
            </a:extLst>
          </p:cNvPr>
          <p:cNvSpPr/>
          <p:nvPr/>
        </p:nvSpPr>
        <p:spPr>
          <a:xfrm>
            <a:off x="797560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4631BB-CC60-F7F6-67A3-F235823E9BAA}"/>
              </a:ext>
            </a:extLst>
          </p:cNvPr>
          <p:cNvSpPr/>
          <p:nvPr/>
        </p:nvSpPr>
        <p:spPr>
          <a:xfrm>
            <a:off x="831596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A695702-8B6C-BA77-1A74-2AD177D7F0D3}"/>
              </a:ext>
            </a:extLst>
          </p:cNvPr>
          <p:cNvSpPr/>
          <p:nvPr/>
        </p:nvSpPr>
        <p:spPr>
          <a:xfrm>
            <a:off x="865632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B78CF5-4716-A5B0-7A1B-DF7483D7B59F}"/>
              </a:ext>
            </a:extLst>
          </p:cNvPr>
          <p:cNvSpPr/>
          <p:nvPr/>
        </p:nvSpPr>
        <p:spPr>
          <a:xfrm>
            <a:off x="899160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91C62B-0243-F940-E651-BB6C17A1D467}"/>
              </a:ext>
            </a:extLst>
          </p:cNvPr>
          <p:cNvSpPr/>
          <p:nvPr/>
        </p:nvSpPr>
        <p:spPr>
          <a:xfrm>
            <a:off x="933196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B8E249D-8931-C86D-3F50-920FCFA3AFB6}"/>
              </a:ext>
            </a:extLst>
          </p:cNvPr>
          <p:cNvSpPr/>
          <p:nvPr/>
        </p:nvSpPr>
        <p:spPr>
          <a:xfrm>
            <a:off x="967232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F5E30F2-2116-9215-0B69-FDAD3A86A01A}"/>
              </a:ext>
            </a:extLst>
          </p:cNvPr>
          <p:cNvSpPr/>
          <p:nvPr/>
        </p:nvSpPr>
        <p:spPr>
          <a:xfrm>
            <a:off x="1001268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4F21A6-4558-2A17-D713-E24F22FBCD38}"/>
              </a:ext>
            </a:extLst>
          </p:cNvPr>
          <p:cNvSpPr/>
          <p:nvPr/>
        </p:nvSpPr>
        <p:spPr>
          <a:xfrm>
            <a:off x="1035304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9F5C7C1-8A15-389C-36D9-21E962BE6D84}"/>
              </a:ext>
            </a:extLst>
          </p:cNvPr>
          <p:cNvSpPr/>
          <p:nvPr/>
        </p:nvSpPr>
        <p:spPr>
          <a:xfrm>
            <a:off x="1069340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9EB41C-4486-20AC-E878-874011D08CE5}"/>
              </a:ext>
            </a:extLst>
          </p:cNvPr>
          <p:cNvSpPr/>
          <p:nvPr/>
        </p:nvSpPr>
        <p:spPr>
          <a:xfrm>
            <a:off x="1103376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5351099-2614-BACE-0AB5-F81B35185236}"/>
              </a:ext>
            </a:extLst>
          </p:cNvPr>
          <p:cNvSpPr/>
          <p:nvPr/>
        </p:nvSpPr>
        <p:spPr>
          <a:xfrm>
            <a:off x="11374120" y="176784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28F7BE-EDE7-E152-E273-7D1FAE34982F}"/>
              </a:ext>
            </a:extLst>
          </p:cNvPr>
          <p:cNvSpPr/>
          <p:nvPr/>
        </p:nvSpPr>
        <p:spPr>
          <a:xfrm>
            <a:off x="11374120" y="124968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AAE216B-FC1D-ABC7-7E55-0A29CFC76D58}"/>
              </a:ext>
            </a:extLst>
          </p:cNvPr>
          <p:cNvSpPr/>
          <p:nvPr/>
        </p:nvSpPr>
        <p:spPr>
          <a:xfrm>
            <a:off x="11033760" y="124968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56A645E-B33C-0B9F-1994-88E8C4401982}"/>
              </a:ext>
            </a:extLst>
          </p:cNvPr>
          <p:cNvSpPr/>
          <p:nvPr/>
        </p:nvSpPr>
        <p:spPr>
          <a:xfrm>
            <a:off x="10693400" y="124968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2246BBA-5168-EF27-917E-6AB52533F813}"/>
              </a:ext>
            </a:extLst>
          </p:cNvPr>
          <p:cNvSpPr/>
          <p:nvPr/>
        </p:nvSpPr>
        <p:spPr>
          <a:xfrm>
            <a:off x="10353040" y="124968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583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655930" y="181392"/>
            <a:ext cx="23006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item = 0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item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item | 1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item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item | 8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958700-2E84-DBA7-22B6-C0E6F697EA98}"/>
              </a:ext>
            </a:extLst>
          </p:cNvPr>
          <p:cNvSpPr txBox="1"/>
          <p:nvPr/>
        </p:nvSpPr>
        <p:spPr>
          <a:xfrm>
            <a:off x="8285480" y="689223"/>
            <a:ext cx="2775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onsolas" panose="020B0609020204030204" pitchFamily="49" charset="0"/>
              </a:rPr>
              <a:t>메모리를 심하게 낭비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4F21A6-4558-2A17-D713-E24F22FBCD38}"/>
              </a:ext>
            </a:extLst>
          </p:cNvPr>
          <p:cNvSpPr/>
          <p:nvPr/>
        </p:nvSpPr>
        <p:spPr>
          <a:xfrm>
            <a:off x="394208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9F5C7C1-8A15-389C-36D9-21E962BE6D84}"/>
              </a:ext>
            </a:extLst>
          </p:cNvPr>
          <p:cNvSpPr/>
          <p:nvPr/>
        </p:nvSpPr>
        <p:spPr>
          <a:xfrm>
            <a:off x="428244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9EB41C-4486-20AC-E878-874011D08CE5}"/>
              </a:ext>
            </a:extLst>
          </p:cNvPr>
          <p:cNvSpPr/>
          <p:nvPr/>
        </p:nvSpPr>
        <p:spPr>
          <a:xfrm>
            <a:off x="462280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5351099-2614-BACE-0AB5-F81B35185236}"/>
              </a:ext>
            </a:extLst>
          </p:cNvPr>
          <p:cNvSpPr/>
          <p:nvPr/>
        </p:nvSpPr>
        <p:spPr>
          <a:xfrm>
            <a:off x="496316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28F7BE-EDE7-E152-E273-7D1FAE34982F}"/>
              </a:ext>
            </a:extLst>
          </p:cNvPr>
          <p:cNvSpPr/>
          <p:nvPr/>
        </p:nvSpPr>
        <p:spPr>
          <a:xfrm>
            <a:off x="496316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AAE216B-FC1D-ABC7-7E55-0A29CFC76D58}"/>
              </a:ext>
            </a:extLst>
          </p:cNvPr>
          <p:cNvSpPr/>
          <p:nvPr/>
        </p:nvSpPr>
        <p:spPr>
          <a:xfrm>
            <a:off x="462280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56A645E-B33C-0B9F-1994-88E8C4401982}"/>
              </a:ext>
            </a:extLst>
          </p:cNvPr>
          <p:cNvSpPr/>
          <p:nvPr/>
        </p:nvSpPr>
        <p:spPr>
          <a:xfrm>
            <a:off x="428244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2246BBA-5168-EF27-917E-6AB52533F813}"/>
              </a:ext>
            </a:extLst>
          </p:cNvPr>
          <p:cNvSpPr/>
          <p:nvPr/>
        </p:nvSpPr>
        <p:spPr>
          <a:xfrm>
            <a:off x="394208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EB8038-0541-CC11-DD9C-15E1B15E2B1D}"/>
              </a:ext>
            </a:extLst>
          </p:cNvPr>
          <p:cNvSpPr/>
          <p:nvPr/>
        </p:nvSpPr>
        <p:spPr>
          <a:xfrm>
            <a:off x="394208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57F92AA-2841-47D0-C4DC-92DE2B91E826}"/>
              </a:ext>
            </a:extLst>
          </p:cNvPr>
          <p:cNvSpPr/>
          <p:nvPr/>
        </p:nvSpPr>
        <p:spPr>
          <a:xfrm>
            <a:off x="428244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ACA1EB0-7572-EFFF-D367-C9785439B672}"/>
              </a:ext>
            </a:extLst>
          </p:cNvPr>
          <p:cNvSpPr/>
          <p:nvPr/>
        </p:nvSpPr>
        <p:spPr>
          <a:xfrm>
            <a:off x="462280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6C3E39A-78CB-FE9A-34B4-BCBB0A1D7826}"/>
              </a:ext>
            </a:extLst>
          </p:cNvPr>
          <p:cNvSpPr/>
          <p:nvPr/>
        </p:nvSpPr>
        <p:spPr>
          <a:xfrm>
            <a:off x="496316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5699EF-0622-577E-AD40-4C34E28C3F89}"/>
              </a:ext>
            </a:extLst>
          </p:cNvPr>
          <p:cNvSpPr txBox="1"/>
          <p:nvPr/>
        </p:nvSpPr>
        <p:spPr>
          <a:xfrm>
            <a:off x="3601720" y="237550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|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7C9D7C8-0DFE-15AB-F1AD-9F52CB7C6BBB}"/>
              </a:ext>
            </a:extLst>
          </p:cNvPr>
          <p:cNvCxnSpPr/>
          <p:nvPr/>
        </p:nvCxnSpPr>
        <p:spPr>
          <a:xfrm>
            <a:off x="2956560" y="2961640"/>
            <a:ext cx="3139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517F306-3EA8-680D-9E6F-68FF43B6AF2F}"/>
              </a:ext>
            </a:extLst>
          </p:cNvPr>
          <p:cNvSpPr/>
          <p:nvPr/>
        </p:nvSpPr>
        <p:spPr>
          <a:xfrm>
            <a:off x="3926840" y="3054459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9003211-122F-992E-7804-8A1FA4BBEFA7}"/>
              </a:ext>
            </a:extLst>
          </p:cNvPr>
          <p:cNvSpPr/>
          <p:nvPr/>
        </p:nvSpPr>
        <p:spPr>
          <a:xfrm>
            <a:off x="4267200" y="3054459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19CC2E6-3258-0A7E-DB37-1C7F0576B0B0}"/>
              </a:ext>
            </a:extLst>
          </p:cNvPr>
          <p:cNvSpPr/>
          <p:nvPr/>
        </p:nvSpPr>
        <p:spPr>
          <a:xfrm>
            <a:off x="4607560" y="3054459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11F27FE-59C3-7B12-3887-6DF4B8C6CF19}"/>
              </a:ext>
            </a:extLst>
          </p:cNvPr>
          <p:cNvSpPr/>
          <p:nvPr/>
        </p:nvSpPr>
        <p:spPr>
          <a:xfrm>
            <a:off x="4947920" y="3054459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00E5F63-D7F3-74C2-5D5A-2A6A90489AA1}"/>
              </a:ext>
            </a:extLst>
          </p:cNvPr>
          <p:cNvSpPr/>
          <p:nvPr/>
        </p:nvSpPr>
        <p:spPr>
          <a:xfrm>
            <a:off x="3926840" y="3665437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8E367A9-F0AA-B3BD-45BE-A6A00C180E81}"/>
              </a:ext>
            </a:extLst>
          </p:cNvPr>
          <p:cNvSpPr/>
          <p:nvPr/>
        </p:nvSpPr>
        <p:spPr>
          <a:xfrm>
            <a:off x="4267200" y="3665437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E44DE6A-82E5-8430-D9EF-EF890626A1DF}"/>
              </a:ext>
            </a:extLst>
          </p:cNvPr>
          <p:cNvSpPr/>
          <p:nvPr/>
        </p:nvSpPr>
        <p:spPr>
          <a:xfrm>
            <a:off x="4607560" y="3665437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7D87540-229F-EE69-630A-22C1FB9F35C9}"/>
              </a:ext>
            </a:extLst>
          </p:cNvPr>
          <p:cNvSpPr/>
          <p:nvPr/>
        </p:nvSpPr>
        <p:spPr>
          <a:xfrm>
            <a:off x="4947920" y="3665437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9ECE0D-AFC8-B145-CB39-8F87C35C7FBB}"/>
              </a:ext>
            </a:extLst>
          </p:cNvPr>
          <p:cNvSpPr txBox="1"/>
          <p:nvPr/>
        </p:nvSpPr>
        <p:spPr>
          <a:xfrm>
            <a:off x="3586480" y="372446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|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85DE348-D399-822B-9B8F-BCDB29AF4F87}"/>
              </a:ext>
            </a:extLst>
          </p:cNvPr>
          <p:cNvCxnSpPr/>
          <p:nvPr/>
        </p:nvCxnSpPr>
        <p:spPr>
          <a:xfrm>
            <a:off x="2941320" y="4310597"/>
            <a:ext cx="3139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ACDE985-86ED-9E98-43C0-B4AA95530FE8}"/>
              </a:ext>
            </a:extLst>
          </p:cNvPr>
          <p:cNvSpPr/>
          <p:nvPr/>
        </p:nvSpPr>
        <p:spPr>
          <a:xfrm>
            <a:off x="3911600" y="4403416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9B517B8-F0C0-CE9C-69E3-48B72C14823B}"/>
              </a:ext>
            </a:extLst>
          </p:cNvPr>
          <p:cNvSpPr/>
          <p:nvPr/>
        </p:nvSpPr>
        <p:spPr>
          <a:xfrm>
            <a:off x="4251960" y="4403416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F887177-38CB-1FE1-A16C-A9CA85211A50}"/>
              </a:ext>
            </a:extLst>
          </p:cNvPr>
          <p:cNvSpPr/>
          <p:nvPr/>
        </p:nvSpPr>
        <p:spPr>
          <a:xfrm>
            <a:off x="4592320" y="4403416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4785FAA-63D0-A664-2F05-2686F2B177DE}"/>
              </a:ext>
            </a:extLst>
          </p:cNvPr>
          <p:cNvSpPr/>
          <p:nvPr/>
        </p:nvSpPr>
        <p:spPr>
          <a:xfrm>
            <a:off x="4932680" y="4403416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527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655930" y="181392"/>
            <a:ext cx="23006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item = 0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item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item | 1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item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item | 8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958700-2E84-DBA7-22B6-C0E6F697EA98}"/>
              </a:ext>
            </a:extLst>
          </p:cNvPr>
          <p:cNvSpPr txBox="1"/>
          <p:nvPr/>
        </p:nvSpPr>
        <p:spPr>
          <a:xfrm>
            <a:off x="8285480" y="689223"/>
            <a:ext cx="2775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onsolas" panose="020B0609020204030204" pitchFamily="49" charset="0"/>
              </a:rPr>
              <a:t>메모리를 심하게 낭비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4F21A6-4558-2A17-D713-E24F22FBCD38}"/>
              </a:ext>
            </a:extLst>
          </p:cNvPr>
          <p:cNvSpPr/>
          <p:nvPr/>
        </p:nvSpPr>
        <p:spPr>
          <a:xfrm>
            <a:off x="394208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9F5C7C1-8A15-389C-36D9-21E962BE6D84}"/>
              </a:ext>
            </a:extLst>
          </p:cNvPr>
          <p:cNvSpPr/>
          <p:nvPr/>
        </p:nvSpPr>
        <p:spPr>
          <a:xfrm>
            <a:off x="428244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9EB41C-4486-20AC-E878-874011D08CE5}"/>
              </a:ext>
            </a:extLst>
          </p:cNvPr>
          <p:cNvSpPr/>
          <p:nvPr/>
        </p:nvSpPr>
        <p:spPr>
          <a:xfrm>
            <a:off x="462280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5351099-2614-BACE-0AB5-F81B35185236}"/>
              </a:ext>
            </a:extLst>
          </p:cNvPr>
          <p:cNvSpPr/>
          <p:nvPr/>
        </p:nvSpPr>
        <p:spPr>
          <a:xfrm>
            <a:off x="496316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28F7BE-EDE7-E152-E273-7D1FAE34982F}"/>
              </a:ext>
            </a:extLst>
          </p:cNvPr>
          <p:cNvSpPr/>
          <p:nvPr/>
        </p:nvSpPr>
        <p:spPr>
          <a:xfrm>
            <a:off x="496316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AAE216B-FC1D-ABC7-7E55-0A29CFC76D58}"/>
              </a:ext>
            </a:extLst>
          </p:cNvPr>
          <p:cNvSpPr/>
          <p:nvPr/>
        </p:nvSpPr>
        <p:spPr>
          <a:xfrm>
            <a:off x="462280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56A645E-B33C-0B9F-1994-88E8C4401982}"/>
              </a:ext>
            </a:extLst>
          </p:cNvPr>
          <p:cNvSpPr/>
          <p:nvPr/>
        </p:nvSpPr>
        <p:spPr>
          <a:xfrm>
            <a:off x="428244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2246BBA-5168-EF27-917E-6AB52533F813}"/>
              </a:ext>
            </a:extLst>
          </p:cNvPr>
          <p:cNvSpPr/>
          <p:nvPr/>
        </p:nvSpPr>
        <p:spPr>
          <a:xfrm>
            <a:off x="394208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EB8038-0541-CC11-DD9C-15E1B15E2B1D}"/>
              </a:ext>
            </a:extLst>
          </p:cNvPr>
          <p:cNvSpPr/>
          <p:nvPr/>
        </p:nvSpPr>
        <p:spPr>
          <a:xfrm>
            <a:off x="394208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57F92AA-2841-47D0-C4DC-92DE2B91E826}"/>
              </a:ext>
            </a:extLst>
          </p:cNvPr>
          <p:cNvSpPr/>
          <p:nvPr/>
        </p:nvSpPr>
        <p:spPr>
          <a:xfrm>
            <a:off x="428244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ACA1EB0-7572-EFFF-D367-C9785439B672}"/>
              </a:ext>
            </a:extLst>
          </p:cNvPr>
          <p:cNvSpPr/>
          <p:nvPr/>
        </p:nvSpPr>
        <p:spPr>
          <a:xfrm>
            <a:off x="462280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6C3E39A-78CB-FE9A-34B4-BCBB0A1D7826}"/>
              </a:ext>
            </a:extLst>
          </p:cNvPr>
          <p:cNvSpPr/>
          <p:nvPr/>
        </p:nvSpPr>
        <p:spPr>
          <a:xfrm>
            <a:off x="496316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5699EF-0622-577E-AD40-4C34E28C3F89}"/>
              </a:ext>
            </a:extLst>
          </p:cNvPr>
          <p:cNvSpPr txBox="1"/>
          <p:nvPr/>
        </p:nvSpPr>
        <p:spPr>
          <a:xfrm>
            <a:off x="3601720" y="237550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&amp;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7C9D7C8-0DFE-15AB-F1AD-9F52CB7C6BBB}"/>
              </a:ext>
            </a:extLst>
          </p:cNvPr>
          <p:cNvCxnSpPr/>
          <p:nvPr/>
        </p:nvCxnSpPr>
        <p:spPr>
          <a:xfrm>
            <a:off x="2956560" y="2961640"/>
            <a:ext cx="3139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517F306-3EA8-680D-9E6F-68FF43B6AF2F}"/>
              </a:ext>
            </a:extLst>
          </p:cNvPr>
          <p:cNvSpPr/>
          <p:nvPr/>
        </p:nvSpPr>
        <p:spPr>
          <a:xfrm>
            <a:off x="3926840" y="3054459"/>
            <a:ext cx="340360" cy="518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9003211-122F-992E-7804-8A1FA4BBEFA7}"/>
              </a:ext>
            </a:extLst>
          </p:cNvPr>
          <p:cNvSpPr/>
          <p:nvPr/>
        </p:nvSpPr>
        <p:spPr>
          <a:xfrm>
            <a:off x="4267200" y="3054459"/>
            <a:ext cx="340360" cy="518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19CC2E6-3258-0A7E-DB37-1C7F0576B0B0}"/>
              </a:ext>
            </a:extLst>
          </p:cNvPr>
          <p:cNvSpPr/>
          <p:nvPr/>
        </p:nvSpPr>
        <p:spPr>
          <a:xfrm>
            <a:off x="4607560" y="3054459"/>
            <a:ext cx="340360" cy="518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11F27FE-59C3-7B12-3887-6DF4B8C6CF19}"/>
              </a:ext>
            </a:extLst>
          </p:cNvPr>
          <p:cNvSpPr/>
          <p:nvPr/>
        </p:nvSpPr>
        <p:spPr>
          <a:xfrm>
            <a:off x="4947920" y="3054459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068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B4A58-2999-3E2C-60F8-2EB0ECEABFD0}"/>
              </a:ext>
            </a:extLst>
          </p:cNvPr>
          <p:cNvSpPr txBox="1"/>
          <p:nvPr/>
        </p:nvSpPr>
        <p:spPr>
          <a:xfrm>
            <a:off x="554330" y="27503"/>
            <a:ext cx="272382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item = 0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item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item | 1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item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item | 8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item = item &amp; (~8)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958700-2E84-DBA7-22B6-C0E6F697EA98}"/>
              </a:ext>
            </a:extLst>
          </p:cNvPr>
          <p:cNvSpPr txBox="1"/>
          <p:nvPr/>
        </p:nvSpPr>
        <p:spPr>
          <a:xfrm>
            <a:off x="8285480" y="689223"/>
            <a:ext cx="2775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onsolas" panose="020B0609020204030204" pitchFamily="49" charset="0"/>
              </a:rPr>
              <a:t>메모리를 심하게 낭비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4F21A6-4558-2A17-D713-E24F22FBCD38}"/>
              </a:ext>
            </a:extLst>
          </p:cNvPr>
          <p:cNvSpPr/>
          <p:nvPr/>
        </p:nvSpPr>
        <p:spPr>
          <a:xfrm>
            <a:off x="394208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9F5C7C1-8A15-389C-36D9-21E962BE6D84}"/>
              </a:ext>
            </a:extLst>
          </p:cNvPr>
          <p:cNvSpPr/>
          <p:nvPr/>
        </p:nvSpPr>
        <p:spPr>
          <a:xfrm>
            <a:off x="428244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9EB41C-4486-20AC-E878-874011D08CE5}"/>
              </a:ext>
            </a:extLst>
          </p:cNvPr>
          <p:cNvSpPr/>
          <p:nvPr/>
        </p:nvSpPr>
        <p:spPr>
          <a:xfrm>
            <a:off x="462280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5351099-2614-BACE-0AB5-F81B35185236}"/>
              </a:ext>
            </a:extLst>
          </p:cNvPr>
          <p:cNvSpPr/>
          <p:nvPr/>
        </p:nvSpPr>
        <p:spPr>
          <a:xfrm>
            <a:off x="4963160" y="172212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28F7BE-EDE7-E152-E273-7D1FAE34982F}"/>
              </a:ext>
            </a:extLst>
          </p:cNvPr>
          <p:cNvSpPr/>
          <p:nvPr/>
        </p:nvSpPr>
        <p:spPr>
          <a:xfrm>
            <a:off x="496316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AAE216B-FC1D-ABC7-7E55-0A29CFC76D58}"/>
              </a:ext>
            </a:extLst>
          </p:cNvPr>
          <p:cNvSpPr/>
          <p:nvPr/>
        </p:nvSpPr>
        <p:spPr>
          <a:xfrm>
            <a:off x="462280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56A645E-B33C-0B9F-1994-88E8C4401982}"/>
              </a:ext>
            </a:extLst>
          </p:cNvPr>
          <p:cNvSpPr/>
          <p:nvPr/>
        </p:nvSpPr>
        <p:spPr>
          <a:xfrm>
            <a:off x="428244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2246BBA-5168-EF27-917E-6AB52533F813}"/>
              </a:ext>
            </a:extLst>
          </p:cNvPr>
          <p:cNvSpPr/>
          <p:nvPr/>
        </p:nvSpPr>
        <p:spPr>
          <a:xfrm>
            <a:off x="3942080" y="1203960"/>
            <a:ext cx="340360" cy="51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EB8038-0541-CC11-DD9C-15E1B15E2B1D}"/>
              </a:ext>
            </a:extLst>
          </p:cNvPr>
          <p:cNvSpPr/>
          <p:nvPr/>
        </p:nvSpPr>
        <p:spPr>
          <a:xfrm>
            <a:off x="394208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57F92AA-2841-47D0-C4DC-92DE2B91E826}"/>
              </a:ext>
            </a:extLst>
          </p:cNvPr>
          <p:cNvSpPr/>
          <p:nvPr/>
        </p:nvSpPr>
        <p:spPr>
          <a:xfrm>
            <a:off x="428244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ACA1EB0-7572-EFFF-D367-C9785439B672}"/>
              </a:ext>
            </a:extLst>
          </p:cNvPr>
          <p:cNvSpPr/>
          <p:nvPr/>
        </p:nvSpPr>
        <p:spPr>
          <a:xfrm>
            <a:off x="462280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6C3E39A-78CB-FE9A-34B4-BCBB0A1D7826}"/>
              </a:ext>
            </a:extLst>
          </p:cNvPr>
          <p:cNvSpPr/>
          <p:nvPr/>
        </p:nvSpPr>
        <p:spPr>
          <a:xfrm>
            <a:off x="4963160" y="2316480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5699EF-0622-577E-AD40-4C34E28C3F89}"/>
              </a:ext>
            </a:extLst>
          </p:cNvPr>
          <p:cNvSpPr txBox="1"/>
          <p:nvPr/>
        </p:nvSpPr>
        <p:spPr>
          <a:xfrm>
            <a:off x="3601720" y="237550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&amp;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7C9D7C8-0DFE-15AB-F1AD-9F52CB7C6BBB}"/>
              </a:ext>
            </a:extLst>
          </p:cNvPr>
          <p:cNvCxnSpPr/>
          <p:nvPr/>
        </p:nvCxnSpPr>
        <p:spPr>
          <a:xfrm>
            <a:off x="2956560" y="2961640"/>
            <a:ext cx="3139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517F306-3EA8-680D-9E6F-68FF43B6AF2F}"/>
              </a:ext>
            </a:extLst>
          </p:cNvPr>
          <p:cNvSpPr/>
          <p:nvPr/>
        </p:nvSpPr>
        <p:spPr>
          <a:xfrm>
            <a:off x="3926840" y="3054459"/>
            <a:ext cx="340360" cy="518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9003211-122F-992E-7804-8A1FA4BBEFA7}"/>
              </a:ext>
            </a:extLst>
          </p:cNvPr>
          <p:cNvSpPr/>
          <p:nvPr/>
        </p:nvSpPr>
        <p:spPr>
          <a:xfrm>
            <a:off x="4267200" y="3054459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19CC2E6-3258-0A7E-DB37-1C7F0576B0B0}"/>
              </a:ext>
            </a:extLst>
          </p:cNvPr>
          <p:cNvSpPr/>
          <p:nvPr/>
        </p:nvSpPr>
        <p:spPr>
          <a:xfrm>
            <a:off x="4607560" y="3054459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11F27FE-59C3-7B12-3887-6DF4B8C6CF19}"/>
              </a:ext>
            </a:extLst>
          </p:cNvPr>
          <p:cNvSpPr/>
          <p:nvPr/>
        </p:nvSpPr>
        <p:spPr>
          <a:xfrm>
            <a:off x="4947920" y="3054459"/>
            <a:ext cx="34036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67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838881-0C85-706A-9F6B-03C1EF16B532}"/>
              </a:ext>
            </a:extLst>
          </p:cNvPr>
          <p:cNvSpPr txBox="1"/>
          <p:nvPr/>
        </p:nvSpPr>
        <p:spPr>
          <a:xfrm>
            <a:off x="1016000" y="274320"/>
            <a:ext cx="6516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playground.tensorflow.org</a:t>
            </a:r>
            <a:endParaRPr lang="ko-KR" altLang="en-US" sz="3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68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lIns="36000" rIns="36000" rtlCol="0" anchor="ctr"/>
      <a:lstStyle>
        <a:defPPr algn="ctr">
          <a:defRPr sz="2000"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</TotalTime>
  <Words>576</Words>
  <Application>Microsoft Office PowerPoint</Application>
  <PresentationFormat>와이드스크린</PresentationFormat>
  <Paragraphs>281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Arial</vt:lpstr>
      <vt:lpstr>Consolas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24</cp:revision>
  <dcterms:created xsi:type="dcterms:W3CDTF">2024-08-02T05:42:33Z</dcterms:created>
  <dcterms:modified xsi:type="dcterms:W3CDTF">2025-11-24T08:51:51Z</dcterms:modified>
</cp:coreProperties>
</file>