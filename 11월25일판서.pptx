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CBA309-C317-410B-8B59-F555EA736DB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제목 없는 구역" id="{851554C8-FACD-4E76-A45D-940EDE02564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33" autoAdjust="0"/>
    <p:restoredTop sz="96695" autoAdjust="0"/>
  </p:normalViewPr>
  <p:slideViewPr>
    <p:cSldViewPr snapToGrid="0">
      <p:cViewPr varScale="1">
        <p:scale>
          <a:sx n="139" d="100"/>
          <a:sy n="139" d="100"/>
        </p:scale>
        <p:origin x="52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B5A28-4F49-4CB7-887A-B876422011A4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DE7F0-D69A-43A1-9A94-8D28B6C75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94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7591D-47D9-D11B-6707-1753C35B1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9E1339-146F-7927-1869-2E686A017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522A7-5CED-6C81-3FEF-5EB0AF27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53DD8-6D23-B3AF-2614-FADE8637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37E88-8BA9-A820-4390-571C787C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30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FDC2B-FC3E-2E50-4627-B29CF2EF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785C5B-D23A-96EA-A498-1D17879E9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57105-A28C-20AC-A48B-AE507E31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C1C97-62F6-2298-A377-79404197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8ED80-FEF3-D907-6EDB-2C862A09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7CF4B-256D-A16C-3BA7-8D7C1F52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F1611E-A458-2720-7C0A-F427F036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9F5FA-CEBF-EEF5-608F-4E961938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566170-0DAB-9775-BFCB-C2299E60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0B822-2DA9-B684-D525-4CF470D7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E877-A1B5-7A1B-3842-AF651DE1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DF48EB-428E-F04B-0F22-8E75C8048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96A0D7-C540-6D68-C611-3248B5D49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5A4C40-1097-1669-614E-2117B5B1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403E6B-946E-3E19-3E17-AB4697754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BD39A0-1319-074B-B6DB-E1825983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43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3895E-09E4-9A59-90B9-75F4F412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039353-C1A1-A9DD-11F3-0E40C4568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402C3A-B2BE-59CD-303B-249291B24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77165F-34B3-D7EC-82F9-808D4210A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C2F89E-F107-F275-035E-74547A6E3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74B7A8-2B56-C3DB-55E4-6FE0EEFE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92944B-0746-440F-99A0-6A37B72A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304A98-A3E0-20C1-05BF-EECD4E93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6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9322D-9463-F708-95A0-DBB2FDA7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821902-51B7-56AF-DC3C-E5D653FB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1F5610-35E8-F7B4-498A-F847CCD9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CD46E4-DD37-EC4F-02D6-E0C94173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510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66175D-A052-E3C5-250E-CA411F48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5A61BE-F3FC-6127-EEBA-1F075D57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C95FD-8BA7-18CF-C8F1-33A5081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61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6302B-0176-E877-1B00-70A1F471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5E8D4-4EE1-1A38-F96C-CCEFA685D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B293BD-6D65-A649-8FF7-4626D4ADD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06812D-97CB-9B7B-E2AB-B847DA67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28B54-E57E-B10D-6A4A-096AD0DB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B33BA0-B41C-D43F-73FB-2B1A16DE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356A9-6DE0-A1CA-0882-A847E4B4E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605018-FDBE-220C-5DE6-A6283F3D2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42A158-B44D-F547-4715-97F2E679A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BEF771-0181-4193-1219-231CD34A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F1F15-50EC-104A-BA10-40E3FB9E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8D912-771D-870C-88DD-D6EDDF98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0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CB7C5-C4B9-C80F-57E2-F2D9EFFF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63D6E1-2C16-5738-A605-C511A886E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5CA7A-BA36-B209-FB44-E7B7EB67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228874-E32E-A4C9-754F-89E21A8A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517FE-7C5D-813B-B528-DA8F4BB3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62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7C407E-55F0-86EC-AFB3-B1737F0E9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E32DC6-F4F2-61E4-48CD-A9881D3B2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78350-D680-D0B6-C62D-642E1123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AB308-B71D-6D36-685F-1C6C9525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02C1F-2690-0346-7219-86EFA9A7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89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0E7734-75EC-E12A-B076-8E2A2743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1046AD-882B-FB5D-A06F-6EE83DA91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822F5-1DDB-0728-B94D-B529C07AB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019AB-1106-44D1-AD08-52382040701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147D3-5E5E-E4FE-AFB6-7D407D155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5BDEC1-16F2-3E58-869C-61D240E27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70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0C382-1C2B-C0F1-2164-36E9774AE59B}"/>
              </a:ext>
            </a:extLst>
          </p:cNvPr>
          <p:cNvSpPr txBox="1"/>
          <p:nvPr/>
        </p:nvSpPr>
        <p:spPr>
          <a:xfrm>
            <a:off x="2159306" y="308472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y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max(0,x)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E445DB-5228-0CB3-2FA0-604610B478C1}"/>
              </a:ext>
            </a:extLst>
          </p:cNvPr>
          <p:cNvSpPr/>
          <p:nvPr/>
        </p:nvSpPr>
        <p:spPr>
          <a:xfrm>
            <a:off x="5546993" y="479234"/>
            <a:ext cx="549007" cy="5490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-1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90C57A-3277-4AF1-5E44-82FB86A969FF}"/>
              </a:ext>
            </a:extLst>
          </p:cNvPr>
          <p:cNvSpPr/>
          <p:nvPr/>
        </p:nvSpPr>
        <p:spPr>
          <a:xfrm>
            <a:off x="7216048" y="479233"/>
            <a:ext cx="549007" cy="5490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56631F7-7D3C-2639-FB32-B820B39F4F19}"/>
              </a:ext>
            </a:extLst>
          </p:cNvPr>
          <p:cNvSpPr/>
          <p:nvPr/>
        </p:nvSpPr>
        <p:spPr>
          <a:xfrm>
            <a:off x="6444867" y="572877"/>
            <a:ext cx="549007" cy="369065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669CEF-74AA-F41F-C6EC-CA369449617D}"/>
              </a:ext>
            </a:extLst>
          </p:cNvPr>
          <p:cNvSpPr/>
          <p:nvPr/>
        </p:nvSpPr>
        <p:spPr>
          <a:xfrm>
            <a:off x="4390222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6E80D4-4514-1DC0-A9FE-ADAFC5335653}"/>
              </a:ext>
            </a:extLst>
          </p:cNvPr>
          <p:cNvSpPr/>
          <p:nvPr/>
        </p:nvSpPr>
        <p:spPr>
          <a:xfrm>
            <a:off x="4935557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73C476-D275-37AC-7955-F398FE075088}"/>
              </a:ext>
            </a:extLst>
          </p:cNvPr>
          <p:cNvSpPr/>
          <p:nvPr/>
        </p:nvSpPr>
        <p:spPr>
          <a:xfrm>
            <a:off x="5480892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F7B01-10BD-ECF9-1862-066FECC91DD8}"/>
              </a:ext>
            </a:extLst>
          </p:cNvPr>
          <p:cNvSpPr/>
          <p:nvPr/>
        </p:nvSpPr>
        <p:spPr>
          <a:xfrm>
            <a:off x="6026227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B6B062-8EF2-ECAF-82D4-8C3D4AE3A60F}"/>
              </a:ext>
            </a:extLst>
          </p:cNvPr>
          <p:cNvSpPr/>
          <p:nvPr/>
        </p:nvSpPr>
        <p:spPr>
          <a:xfrm>
            <a:off x="6571562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65ECD5-468B-903A-BFCC-D2960300580B}"/>
              </a:ext>
            </a:extLst>
          </p:cNvPr>
          <p:cNvSpPr/>
          <p:nvPr/>
        </p:nvSpPr>
        <p:spPr>
          <a:xfrm>
            <a:off x="7116897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583B8-5BFF-800D-820E-FA787754AF50}"/>
              </a:ext>
            </a:extLst>
          </p:cNvPr>
          <p:cNvSpPr/>
          <p:nvPr/>
        </p:nvSpPr>
        <p:spPr>
          <a:xfrm>
            <a:off x="7662232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472F9-EA2F-3790-A6A7-ABAAF7BF563D}"/>
              </a:ext>
            </a:extLst>
          </p:cNvPr>
          <p:cNvSpPr/>
          <p:nvPr/>
        </p:nvSpPr>
        <p:spPr>
          <a:xfrm>
            <a:off x="8207567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475AFC-C4E2-3813-074B-CFC9EA4E7564}"/>
              </a:ext>
            </a:extLst>
          </p:cNvPr>
          <p:cNvSpPr/>
          <p:nvPr/>
        </p:nvSpPr>
        <p:spPr>
          <a:xfrm>
            <a:off x="4390222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81A9B8-34E9-442A-9232-536C532A87FC}"/>
              </a:ext>
            </a:extLst>
          </p:cNvPr>
          <p:cNvSpPr/>
          <p:nvPr/>
        </p:nvSpPr>
        <p:spPr>
          <a:xfrm>
            <a:off x="4935557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B59A1C-F221-C49B-152E-F44580032DA6}"/>
              </a:ext>
            </a:extLst>
          </p:cNvPr>
          <p:cNvSpPr/>
          <p:nvPr/>
        </p:nvSpPr>
        <p:spPr>
          <a:xfrm>
            <a:off x="5480892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4A664-F457-E98E-17A7-0C3ED3BD1E51}"/>
              </a:ext>
            </a:extLst>
          </p:cNvPr>
          <p:cNvSpPr/>
          <p:nvPr/>
        </p:nvSpPr>
        <p:spPr>
          <a:xfrm>
            <a:off x="6026227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6ABE1-3D44-3FBD-F421-2B5C0D3585CB}"/>
              </a:ext>
            </a:extLst>
          </p:cNvPr>
          <p:cNvSpPr/>
          <p:nvPr/>
        </p:nvSpPr>
        <p:spPr>
          <a:xfrm>
            <a:off x="6571562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68EBDC-33AD-DD06-E30B-80D564657367}"/>
              </a:ext>
            </a:extLst>
          </p:cNvPr>
          <p:cNvSpPr/>
          <p:nvPr/>
        </p:nvSpPr>
        <p:spPr>
          <a:xfrm>
            <a:off x="7116897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F3F2EF-EEC9-56E4-E3BC-8A0C8AD17098}"/>
              </a:ext>
            </a:extLst>
          </p:cNvPr>
          <p:cNvSpPr/>
          <p:nvPr/>
        </p:nvSpPr>
        <p:spPr>
          <a:xfrm>
            <a:off x="7662232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0819BE-82FE-012B-6546-B05C19E7C96F}"/>
              </a:ext>
            </a:extLst>
          </p:cNvPr>
          <p:cNvSpPr/>
          <p:nvPr/>
        </p:nvSpPr>
        <p:spPr>
          <a:xfrm>
            <a:off x="8207567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E0DF-71EE-06E4-B715-9B7B8173881D}"/>
              </a:ext>
            </a:extLst>
          </p:cNvPr>
          <p:cNvSpPr txBox="1"/>
          <p:nvPr/>
        </p:nvSpPr>
        <p:spPr>
          <a:xfrm>
            <a:off x="9149508" y="16029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2D187-D336-4E0C-A890-04E798191A35}"/>
              </a:ext>
            </a:extLst>
          </p:cNvPr>
          <p:cNvSpPr txBox="1"/>
          <p:nvPr/>
        </p:nvSpPr>
        <p:spPr>
          <a:xfrm>
            <a:off x="9161257" y="2550404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255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7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D669CEF-74AA-F41F-C6EC-CA369449617D}"/>
              </a:ext>
            </a:extLst>
          </p:cNvPr>
          <p:cNvSpPr/>
          <p:nvPr/>
        </p:nvSpPr>
        <p:spPr>
          <a:xfrm>
            <a:off x="146524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6E80D4-4514-1DC0-A9FE-ADAFC5335653}"/>
              </a:ext>
            </a:extLst>
          </p:cNvPr>
          <p:cNvSpPr/>
          <p:nvPr/>
        </p:nvSpPr>
        <p:spPr>
          <a:xfrm>
            <a:off x="201058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73C476-D275-37AC-7955-F398FE075088}"/>
              </a:ext>
            </a:extLst>
          </p:cNvPr>
          <p:cNvSpPr/>
          <p:nvPr/>
        </p:nvSpPr>
        <p:spPr>
          <a:xfrm>
            <a:off x="255591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F7B01-10BD-ECF9-1862-066FECC91DD8}"/>
              </a:ext>
            </a:extLst>
          </p:cNvPr>
          <p:cNvSpPr/>
          <p:nvPr/>
        </p:nvSpPr>
        <p:spPr>
          <a:xfrm>
            <a:off x="310125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B6B062-8EF2-ECAF-82D4-8C3D4AE3A60F}"/>
              </a:ext>
            </a:extLst>
          </p:cNvPr>
          <p:cNvSpPr/>
          <p:nvPr/>
        </p:nvSpPr>
        <p:spPr>
          <a:xfrm>
            <a:off x="364658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65ECD5-468B-903A-BFCC-D2960300580B}"/>
              </a:ext>
            </a:extLst>
          </p:cNvPr>
          <p:cNvSpPr/>
          <p:nvPr/>
        </p:nvSpPr>
        <p:spPr>
          <a:xfrm>
            <a:off x="419192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583B8-5BFF-800D-820E-FA787754AF50}"/>
              </a:ext>
            </a:extLst>
          </p:cNvPr>
          <p:cNvSpPr/>
          <p:nvPr/>
        </p:nvSpPr>
        <p:spPr>
          <a:xfrm>
            <a:off x="473725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472F9-EA2F-3790-A6A7-ABAAF7BF563D}"/>
              </a:ext>
            </a:extLst>
          </p:cNvPr>
          <p:cNvSpPr/>
          <p:nvPr/>
        </p:nvSpPr>
        <p:spPr>
          <a:xfrm>
            <a:off x="528259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475AFC-C4E2-3813-074B-CFC9EA4E7564}"/>
              </a:ext>
            </a:extLst>
          </p:cNvPr>
          <p:cNvSpPr/>
          <p:nvPr/>
        </p:nvSpPr>
        <p:spPr>
          <a:xfrm>
            <a:off x="146524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81A9B8-34E9-442A-9232-536C532A87FC}"/>
              </a:ext>
            </a:extLst>
          </p:cNvPr>
          <p:cNvSpPr/>
          <p:nvPr/>
        </p:nvSpPr>
        <p:spPr>
          <a:xfrm>
            <a:off x="201057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B59A1C-F221-C49B-152E-F44580032DA6}"/>
              </a:ext>
            </a:extLst>
          </p:cNvPr>
          <p:cNvSpPr/>
          <p:nvPr/>
        </p:nvSpPr>
        <p:spPr>
          <a:xfrm>
            <a:off x="255591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4A664-F457-E98E-17A7-0C3ED3BD1E51}"/>
              </a:ext>
            </a:extLst>
          </p:cNvPr>
          <p:cNvSpPr/>
          <p:nvPr/>
        </p:nvSpPr>
        <p:spPr>
          <a:xfrm>
            <a:off x="310124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6ABE1-3D44-3FBD-F421-2B5C0D3585CB}"/>
              </a:ext>
            </a:extLst>
          </p:cNvPr>
          <p:cNvSpPr/>
          <p:nvPr/>
        </p:nvSpPr>
        <p:spPr>
          <a:xfrm>
            <a:off x="364658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68EBDC-33AD-DD06-E30B-80D564657367}"/>
              </a:ext>
            </a:extLst>
          </p:cNvPr>
          <p:cNvSpPr/>
          <p:nvPr/>
        </p:nvSpPr>
        <p:spPr>
          <a:xfrm>
            <a:off x="419191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F3F2EF-EEC9-56E4-E3BC-8A0C8AD17098}"/>
              </a:ext>
            </a:extLst>
          </p:cNvPr>
          <p:cNvSpPr/>
          <p:nvPr/>
        </p:nvSpPr>
        <p:spPr>
          <a:xfrm>
            <a:off x="473725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0819BE-82FE-012B-6546-B05C19E7C96F}"/>
              </a:ext>
            </a:extLst>
          </p:cNvPr>
          <p:cNvSpPr/>
          <p:nvPr/>
        </p:nvSpPr>
        <p:spPr>
          <a:xfrm>
            <a:off x="528258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E0DF-71EE-06E4-B715-9B7B8173881D}"/>
              </a:ext>
            </a:extLst>
          </p:cNvPr>
          <p:cNvSpPr txBox="1"/>
          <p:nvPr/>
        </p:nvSpPr>
        <p:spPr>
          <a:xfrm>
            <a:off x="6060147" y="15258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2D187-D336-4E0C-A890-04E798191A35}"/>
              </a:ext>
            </a:extLst>
          </p:cNvPr>
          <p:cNvSpPr txBox="1"/>
          <p:nvPr/>
        </p:nvSpPr>
        <p:spPr>
          <a:xfrm>
            <a:off x="6050732" y="23228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E4105-DF6E-8787-136B-AEC73FE0ADED}"/>
              </a:ext>
            </a:extLst>
          </p:cNvPr>
          <p:cNvSpPr txBox="1"/>
          <p:nvPr/>
        </p:nvSpPr>
        <p:spPr>
          <a:xfrm>
            <a:off x="1658039" y="35804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5-3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8E3E70-1ECE-AF00-DEA3-AC49696CA0FB}"/>
              </a:ext>
            </a:extLst>
          </p:cNvPr>
          <p:cNvSpPr/>
          <p:nvPr/>
        </p:nvSpPr>
        <p:spPr>
          <a:xfrm>
            <a:off x="146524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A14EEC-5965-8CD9-FDC9-8A5DE34B3438}"/>
              </a:ext>
            </a:extLst>
          </p:cNvPr>
          <p:cNvSpPr/>
          <p:nvPr/>
        </p:nvSpPr>
        <p:spPr>
          <a:xfrm>
            <a:off x="201058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2A1A01-D509-8DB2-D38A-455BF7C11AE0}"/>
              </a:ext>
            </a:extLst>
          </p:cNvPr>
          <p:cNvSpPr/>
          <p:nvPr/>
        </p:nvSpPr>
        <p:spPr>
          <a:xfrm>
            <a:off x="255591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2C48A2-60AA-94E1-A20C-71496B0442C6}"/>
              </a:ext>
            </a:extLst>
          </p:cNvPr>
          <p:cNvSpPr/>
          <p:nvPr/>
        </p:nvSpPr>
        <p:spPr>
          <a:xfrm>
            <a:off x="310125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597D49-3070-E906-33E0-4322129CB077}"/>
              </a:ext>
            </a:extLst>
          </p:cNvPr>
          <p:cNvSpPr/>
          <p:nvPr/>
        </p:nvSpPr>
        <p:spPr>
          <a:xfrm>
            <a:off x="364658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FE64A3-BB93-8C6A-2117-2A51DF4355FE}"/>
              </a:ext>
            </a:extLst>
          </p:cNvPr>
          <p:cNvSpPr/>
          <p:nvPr/>
        </p:nvSpPr>
        <p:spPr>
          <a:xfrm>
            <a:off x="419192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43B277-4686-CBCC-7057-68960C9EB18B}"/>
              </a:ext>
            </a:extLst>
          </p:cNvPr>
          <p:cNvSpPr/>
          <p:nvPr/>
        </p:nvSpPr>
        <p:spPr>
          <a:xfrm>
            <a:off x="473725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31A1E6-D8A0-9EC6-476D-66338E226BC0}"/>
              </a:ext>
            </a:extLst>
          </p:cNvPr>
          <p:cNvSpPr/>
          <p:nvPr/>
        </p:nvSpPr>
        <p:spPr>
          <a:xfrm>
            <a:off x="528259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9B3918-1857-E50C-23B0-69DDE30CB391}"/>
              </a:ext>
            </a:extLst>
          </p:cNvPr>
          <p:cNvSpPr txBox="1"/>
          <p:nvPr/>
        </p:nvSpPr>
        <p:spPr>
          <a:xfrm>
            <a:off x="1079571" y="23228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9E4D1B0-A71A-0857-9748-CECBFE04ADED}"/>
              </a:ext>
            </a:extLst>
          </p:cNvPr>
          <p:cNvCxnSpPr/>
          <p:nvPr/>
        </p:nvCxnSpPr>
        <p:spPr>
          <a:xfrm>
            <a:off x="600419" y="3013113"/>
            <a:ext cx="648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507C83-0AC2-E601-5FA1-FF09D079010F}"/>
              </a:ext>
            </a:extLst>
          </p:cNvPr>
          <p:cNvSpPr/>
          <p:nvPr/>
        </p:nvSpPr>
        <p:spPr>
          <a:xfrm>
            <a:off x="144871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76D8B0-3906-EDAC-1A3F-66BC64ECBE14}"/>
              </a:ext>
            </a:extLst>
          </p:cNvPr>
          <p:cNvSpPr/>
          <p:nvPr/>
        </p:nvSpPr>
        <p:spPr>
          <a:xfrm>
            <a:off x="199405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9EDBC4-7709-CCF9-7EB8-390024B3B653}"/>
              </a:ext>
            </a:extLst>
          </p:cNvPr>
          <p:cNvSpPr/>
          <p:nvPr/>
        </p:nvSpPr>
        <p:spPr>
          <a:xfrm>
            <a:off x="253938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BA601FD-BFE6-82EB-404F-1E06401F8B21}"/>
              </a:ext>
            </a:extLst>
          </p:cNvPr>
          <p:cNvSpPr/>
          <p:nvPr/>
        </p:nvSpPr>
        <p:spPr>
          <a:xfrm>
            <a:off x="308472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01F801A-3714-22F7-3B39-C2CD7AB68625}"/>
              </a:ext>
            </a:extLst>
          </p:cNvPr>
          <p:cNvSpPr/>
          <p:nvPr/>
        </p:nvSpPr>
        <p:spPr>
          <a:xfrm>
            <a:off x="363005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950948-61CF-6801-FB08-E9D5491F1448}"/>
              </a:ext>
            </a:extLst>
          </p:cNvPr>
          <p:cNvSpPr/>
          <p:nvPr/>
        </p:nvSpPr>
        <p:spPr>
          <a:xfrm>
            <a:off x="417539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EFFA3D-1040-6B01-34F1-1647832EFDAB}"/>
              </a:ext>
            </a:extLst>
          </p:cNvPr>
          <p:cNvSpPr/>
          <p:nvPr/>
        </p:nvSpPr>
        <p:spPr>
          <a:xfrm>
            <a:off x="472072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79C12A-C986-8BF3-0386-01669E9E9C43}"/>
              </a:ext>
            </a:extLst>
          </p:cNvPr>
          <p:cNvSpPr/>
          <p:nvPr/>
        </p:nvSpPr>
        <p:spPr>
          <a:xfrm>
            <a:off x="526606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0CFB90E-60BF-A558-B849-D20EEC8C0233}"/>
              </a:ext>
            </a:extLst>
          </p:cNvPr>
          <p:cNvSpPr/>
          <p:nvPr/>
        </p:nvSpPr>
        <p:spPr>
          <a:xfrm>
            <a:off x="4737254" y="38258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E092C6-14A7-E9AA-DB40-D1AE9F96A7A0}"/>
              </a:ext>
            </a:extLst>
          </p:cNvPr>
          <p:cNvSpPr txBox="1"/>
          <p:nvPr/>
        </p:nvSpPr>
        <p:spPr>
          <a:xfrm>
            <a:off x="6060147" y="33033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07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D669CEF-74AA-F41F-C6EC-CA369449617D}"/>
              </a:ext>
            </a:extLst>
          </p:cNvPr>
          <p:cNvSpPr/>
          <p:nvPr/>
        </p:nvSpPr>
        <p:spPr>
          <a:xfrm>
            <a:off x="146524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6E80D4-4514-1DC0-A9FE-ADAFC5335653}"/>
              </a:ext>
            </a:extLst>
          </p:cNvPr>
          <p:cNvSpPr/>
          <p:nvPr/>
        </p:nvSpPr>
        <p:spPr>
          <a:xfrm>
            <a:off x="201058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73C476-D275-37AC-7955-F398FE075088}"/>
              </a:ext>
            </a:extLst>
          </p:cNvPr>
          <p:cNvSpPr/>
          <p:nvPr/>
        </p:nvSpPr>
        <p:spPr>
          <a:xfrm>
            <a:off x="255591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F7B01-10BD-ECF9-1862-066FECC91DD8}"/>
              </a:ext>
            </a:extLst>
          </p:cNvPr>
          <p:cNvSpPr/>
          <p:nvPr/>
        </p:nvSpPr>
        <p:spPr>
          <a:xfrm>
            <a:off x="310125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B6B062-8EF2-ECAF-82D4-8C3D4AE3A60F}"/>
              </a:ext>
            </a:extLst>
          </p:cNvPr>
          <p:cNvSpPr/>
          <p:nvPr/>
        </p:nvSpPr>
        <p:spPr>
          <a:xfrm>
            <a:off x="364658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65ECD5-468B-903A-BFCC-D2960300580B}"/>
              </a:ext>
            </a:extLst>
          </p:cNvPr>
          <p:cNvSpPr/>
          <p:nvPr/>
        </p:nvSpPr>
        <p:spPr>
          <a:xfrm>
            <a:off x="419192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583B8-5BFF-800D-820E-FA787754AF50}"/>
              </a:ext>
            </a:extLst>
          </p:cNvPr>
          <p:cNvSpPr/>
          <p:nvPr/>
        </p:nvSpPr>
        <p:spPr>
          <a:xfrm>
            <a:off x="473725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472F9-EA2F-3790-A6A7-ABAAF7BF563D}"/>
              </a:ext>
            </a:extLst>
          </p:cNvPr>
          <p:cNvSpPr/>
          <p:nvPr/>
        </p:nvSpPr>
        <p:spPr>
          <a:xfrm>
            <a:off x="528259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475AFC-C4E2-3813-074B-CFC9EA4E7564}"/>
              </a:ext>
            </a:extLst>
          </p:cNvPr>
          <p:cNvSpPr/>
          <p:nvPr/>
        </p:nvSpPr>
        <p:spPr>
          <a:xfrm>
            <a:off x="146524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81A9B8-34E9-442A-9232-536C532A87FC}"/>
              </a:ext>
            </a:extLst>
          </p:cNvPr>
          <p:cNvSpPr/>
          <p:nvPr/>
        </p:nvSpPr>
        <p:spPr>
          <a:xfrm>
            <a:off x="201057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B59A1C-F221-C49B-152E-F44580032DA6}"/>
              </a:ext>
            </a:extLst>
          </p:cNvPr>
          <p:cNvSpPr/>
          <p:nvPr/>
        </p:nvSpPr>
        <p:spPr>
          <a:xfrm>
            <a:off x="255591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4A664-F457-E98E-17A7-0C3ED3BD1E51}"/>
              </a:ext>
            </a:extLst>
          </p:cNvPr>
          <p:cNvSpPr/>
          <p:nvPr/>
        </p:nvSpPr>
        <p:spPr>
          <a:xfrm>
            <a:off x="310124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6ABE1-3D44-3FBD-F421-2B5C0D3585CB}"/>
              </a:ext>
            </a:extLst>
          </p:cNvPr>
          <p:cNvSpPr/>
          <p:nvPr/>
        </p:nvSpPr>
        <p:spPr>
          <a:xfrm>
            <a:off x="364658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68EBDC-33AD-DD06-E30B-80D564657367}"/>
              </a:ext>
            </a:extLst>
          </p:cNvPr>
          <p:cNvSpPr/>
          <p:nvPr/>
        </p:nvSpPr>
        <p:spPr>
          <a:xfrm>
            <a:off x="419191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F3F2EF-EEC9-56E4-E3BC-8A0C8AD17098}"/>
              </a:ext>
            </a:extLst>
          </p:cNvPr>
          <p:cNvSpPr/>
          <p:nvPr/>
        </p:nvSpPr>
        <p:spPr>
          <a:xfrm>
            <a:off x="473725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0819BE-82FE-012B-6546-B05C19E7C96F}"/>
              </a:ext>
            </a:extLst>
          </p:cNvPr>
          <p:cNvSpPr/>
          <p:nvPr/>
        </p:nvSpPr>
        <p:spPr>
          <a:xfrm>
            <a:off x="528258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E0DF-71EE-06E4-B715-9B7B8173881D}"/>
              </a:ext>
            </a:extLst>
          </p:cNvPr>
          <p:cNvSpPr txBox="1"/>
          <p:nvPr/>
        </p:nvSpPr>
        <p:spPr>
          <a:xfrm>
            <a:off x="6060147" y="15258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2D187-D336-4E0C-A890-04E798191A35}"/>
              </a:ext>
            </a:extLst>
          </p:cNvPr>
          <p:cNvSpPr txBox="1"/>
          <p:nvPr/>
        </p:nvSpPr>
        <p:spPr>
          <a:xfrm>
            <a:off x="6050732" y="23228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E4105-DF6E-8787-136B-AEC73FE0ADED}"/>
              </a:ext>
            </a:extLst>
          </p:cNvPr>
          <p:cNvSpPr txBox="1"/>
          <p:nvPr/>
        </p:nvSpPr>
        <p:spPr>
          <a:xfrm>
            <a:off x="1658039" y="35804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8-1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8E3E70-1ECE-AF00-DEA3-AC49696CA0FB}"/>
              </a:ext>
            </a:extLst>
          </p:cNvPr>
          <p:cNvSpPr/>
          <p:nvPr/>
        </p:nvSpPr>
        <p:spPr>
          <a:xfrm>
            <a:off x="146524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A14EEC-5965-8CD9-FDC9-8A5DE34B3438}"/>
              </a:ext>
            </a:extLst>
          </p:cNvPr>
          <p:cNvSpPr/>
          <p:nvPr/>
        </p:nvSpPr>
        <p:spPr>
          <a:xfrm>
            <a:off x="201058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2A1A01-D509-8DB2-D38A-455BF7C11AE0}"/>
              </a:ext>
            </a:extLst>
          </p:cNvPr>
          <p:cNvSpPr/>
          <p:nvPr/>
        </p:nvSpPr>
        <p:spPr>
          <a:xfrm>
            <a:off x="255591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2C48A2-60AA-94E1-A20C-71496B0442C6}"/>
              </a:ext>
            </a:extLst>
          </p:cNvPr>
          <p:cNvSpPr/>
          <p:nvPr/>
        </p:nvSpPr>
        <p:spPr>
          <a:xfrm>
            <a:off x="310125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597D49-3070-E906-33E0-4322129CB077}"/>
              </a:ext>
            </a:extLst>
          </p:cNvPr>
          <p:cNvSpPr/>
          <p:nvPr/>
        </p:nvSpPr>
        <p:spPr>
          <a:xfrm>
            <a:off x="364658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FE64A3-BB93-8C6A-2117-2A51DF4355FE}"/>
              </a:ext>
            </a:extLst>
          </p:cNvPr>
          <p:cNvSpPr/>
          <p:nvPr/>
        </p:nvSpPr>
        <p:spPr>
          <a:xfrm>
            <a:off x="419192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43B277-4686-CBCC-7057-68960C9EB18B}"/>
              </a:ext>
            </a:extLst>
          </p:cNvPr>
          <p:cNvSpPr/>
          <p:nvPr/>
        </p:nvSpPr>
        <p:spPr>
          <a:xfrm>
            <a:off x="473725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31A1E6-D8A0-9EC6-476D-66338E226BC0}"/>
              </a:ext>
            </a:extLst>
          </p:cNvPr>
          <p:cNvSpPr/>
          <p:nvPr/>
        </p:nvSpPr>
        <p:spPr>
          <a:xfrm>
            <a:off x="528259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9B3918-1857-E50C-23B0-69DDE30CB391}"/>
              </a:ext>
            </a:extLst>
          </p:cNvPr>
          <p:cNvSpPr txBox="1"/>
          <p:nvPr/>
        </p:nvSpPr>
        <p:spPr>
          <a:xfrm>
            <a:off x="1079571" y="23228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9E4D1B0-A71A-0857-9748-CECBFE04ADED}"/>
              </a:ext>
            </a:extLst>
          </p:cNvPr>
          <p:cNvCxnSpPr/>
          <p:nvPr/>
        </p:nvCxnSpPr>
        <p:spPr>
          <a:xfrm>
            <a:off x="600419" y="3013113"/>
            <a:ext cx="648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507C83-0AC2-E601-5FA1-FF09D079010F}"/>
              </a:ext>
            </a:extLst>
          </p:cNvPr>
          <p:cNvSpPr/>
          <p:nvPr/>
        </p:nvSpPr>
        <p:spPr>
          <a:xfrm>
            <a:off x="144871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76D8B0-3906-EDAC-1A3F-66BC64ECBE14}"/>
              </a:ext>
            </a:extLst>
          </p:cNvPr>
          <p:cNvSpPr/>
          <p:nvPr/>
        </p:nvSpPr>
        <p:spPr>
          <a:xfrm>
            <a:off x="199405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9EDBC4-7709-CCF9-7EB8-390024B3B653}"/>
              </a:ext>
            </a:extLst>
          </p:cNvPr>
          <p:cNvSpPr/>
          <p:nvPr/>
        </p:nvSpPr>
        <p:spPr>
          <a:xfrm>
            <a:off x="253938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BA601FD-BFE6-82EB-404F-1E06401F8B21}"/>
              </a:ext>
            </a:extLst>
          </p:cNvPr>
          <p:cNvSpPr/>
          <p:nvPr/>
        </p:nvSpPr>
        <p:spPr>
          <a:xfrm>
            <a:off x="308472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01F801A-3714-22F7-3B39-C2CD7AB68625}"/>
              </a:ext>
            </a:extLst>
          </p:cNvPr>
          <p:cNvSpPr/>
          <p:nvPr/>
        </p:nvSpPr>
        <p:spPr>
          <a:xfrm>
            <a:off x="363005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950948-61CF-6801-FB08-E9D5491F1448}"/>
              </a:ext>
            </a:extLst>
          </p:cNvPr>
          <p:cNvSpPr/>
          <p:nvPr/>
        </p:nvSpPr>
        <p:spPr>
          <a:xfrm>
            <a:off x="417539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EFFA3D-1040-6B01-34F1-1647832EFDAB}"/>
              </a:ext>
            </a:extLst>
          </p:cNvPr>
          <p:cNvSpPr/>
          <p:nvPr/>
        </p:nvSpPr>
        <p:spPr>
          <a:xfrm>
            <a:off x="472072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79C12A-C986-8BF3-0386-01669E9E9C43}"/>
              </a:ext>
            </a:extLst>
          </p:cNvPr>
          <p:cNvSpPr/>
          <p:nvPr/>
        </p:nvSpPr>
        <p:spPr>
          <a:xfrm>
            <a:off x="526606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0CFB90E-60BF-A558-B849-D20EEC8C0233}"/>
              </a:ext>
            </a:extLst>
          </p:cNvPr>
          <p:cNvSpPr/>
          <p:nvPr/>
        </p:nvSpPr>
        <p:spPr>
          <a:xfrm>
            <a:off x="4737254" y="38258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E092C6-14A7-E9AA-DB40-D1AE9F96A7A0}"/>
              </a:ext>
            </a:extLst>
          </p:cNvPr>
          <p:cNvSpPr txBox="1"/>
          <p:nvPr/>
        </p:nvSpPr>
        <p:spPr>
          <a:xfrm>
            <a:off x="6060147" y="330331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7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7DD4F5-4D22-A662-EADC-9C26D63E3B1E}"/>
              </a:ext>
            </a:extLst>
          </p:cNvPr>
          <p:cNvSpPr/>
          <p:nvPr/>
        </p:nvSpPr>
        <p:spPr>
          <a:xfrm>
            <a:off x="4191919" y="38258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F4769B-3985-B996-60FB-F06ACEE48A94}"/>
              </a:ext>
            </a:extLst>
          </p:cNvPr>
          <p:cNvSpPr/>
          <p:nvPr/>
        </p:nvSpPr>
        <p:spPr>
          <a:xfrm>
            <a:off x="5282588" y="38258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004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D669CEF-74AA-F41F-C6EC-CA369449617D}"/>
              </a:ext>
            </a:extLst>
          </p:cNvPr>
          <p:cNvSpPr/>
          <p:nvPr/>
        </p:nvSpPr>
        <p:spPr>
          <a:xfrm>
            <a:off x="1465245" y="1419170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6E80D4-4514-1DC0-A9FE-ADAFC5335653}"/>
              </a:ext>
            </a:extLst>
          </p:cNvPr>
          <p:cNvSpPr/>
          <p:nvPr/>
        </p:nvSpPr>
        <p:spPr>
          <a:xfrm>
            <a:off x="201058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73C476-D275-37AC-7955-F398FE075088}"/>
              </a:ext>
            </a:extLst>
          </p:cNvPr>
          <p:cNvSpPr/>
          <p:nvPr/>
        </p:nvSpPr>
        <p:spPr>
          <a:xfrm>
            <a:off x="255591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F7B01-10BD-ECF9-1862-066FECC91DD8}"/>
              </a:ext>
            </a:extLst>
          </p:cNvPr>
          <p:cNvSpPr/>
          <p:nvPr/>
        </p:nvSpPr>
        <p:spPr>
          <a:xfrm>
            <a:off x="310125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B6B062-8EF2-ECAF-82D4-8C3D4AE3A60F}"/>
              </a:ext>
            </a:extLst>
          </p:cNvPr>
          <p:cNvSpPr/>
          <p:nvPr/>
        </p:nvSpPr>
        <p:spPr>
          <a:xfrm>
            <a:off x="364658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65ECD5-468B-903A-BFCC-D2960300580B}"/>
              </a:ext>
            </a:extLst>
          </p:cNvPr>
          <p:cNvSpPr/>
          <p:nvPr/>
        </p:nvSpPr>
        <p:spPr>
          <a:xfrm>
            <a:off x="419192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583B8-5BFF-800D-820E-FA787754AF50}"/>
              </a:ext>
            </a:extLst>
          </p:cNvPr>
          <p:cNvSpPr/>
          <p:nvPr/>
        </p:nvSpPr>
        <p:spPr>
          <a:xfrm>
            <a:off x="4737255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472F9-EA2F-3790-A6A7-ABAAF7BF563D}"/>
              </a:ext>
            </a:extLst>
          </p:cNvPr>
          <p:cNvSpPr/>
          <p:nvPr/>
        </p:nvSpPr>
        <p:spPr>
          <a:xfrm>
            <a:off x="5282590" y="141917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475AFC-C4E2-3813-074B-CFC9EA4E7564}"/>
              </a:ext>
            </a:extLst>
          </p:cNvPr>
          <p:cNvSpPr/>
          <p:nvPr/>
        </p:nvSpPr>
        <p:spPr>
          <a:xfrm>
            <a:off x="1465244" y="2208881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81A9B8-34E9-442A-9232-536C532A87FC}"/>
              </a:ext>
            </a:extLst>
          </p:cNvPr>
          <p:cNvSpPr/>
          <p:nvPr/>
        </p:nvSpPr>
        <p:spPr>
          <a:xfrm>
            <a:off x="201057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B59A1C-F221-C49B-152E-F44580032DA6}"/>
              </a:ext>
            </a:extLst>
          </p:cNvPr>
          <p:cNvSpPr/>
          <p:nvPr/>
        </p:nvSpPr>
        <p:spPr>
          <a:xfrm>
            <a:off x="255591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4A664-F457-E98E-17A7-0C3ED3BD1E51}"/>
              </a:ext>
            </a:extLst>
          </p:cNvPr>
          <p:cNvSpPr/>
          <p:nvPr/>
        </p:nvSpPr>
        <p:spPr>
          <a:xfrm>
            <a:off x="310124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6ABE1-3D44-3FBD-F421-2B5C0D3585CB}"/>
              </a:ext>
            </a:extLst>
          </p:cNvPr>
          <p:cNvSpPr/>
          <p:nvPr/>
        </p:nvSpPr>
        <p:spPr>
          <a:xfrm>
            <a:off x="364658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68EBDC-33AD-DD06-E30B-80D564657367}"/>
              </a:ext>
            </a:extLst>
          </p:cNvPr>
          <p:cNvSpPr/>
          <p:nvPr/>
        </p:nvSpPr>
        <p:spPr>
          <a:xfrm>
            <a:off x="419191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F3F2EF-EEC9-56E4-E3BC-8A0C8AD17098}"/>
              </a:ext>
            </a:extLst>
          </p:cNvPr>
          <p:cNvSpPr/>
          <p:nvPr/>
        </p:nvSpPr>
        <p:spPr>
          <a:xfrm>
            <a:off x="4737254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0819BE-82FE-012B-6546-B05C19E7C96F}"/>
              </a:ext>
            </a:extLst>
          </p:cNvPr>
          <p:cNvSpPr/>
          <p:nvPr/>
        </p:nvSpPr>
        <p:spPr>
          <a:xfrm>
            <a:off x="5282589" y="2208881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E0DF-71EE-06E4-B715-9B7B8173881D}"/>
              </a:ext>
            </a:extLst>
          </p:cNvPr>
          <p:cNvSpPr txBox="1"/>
          <p:nvPr/>
        </p:nvSpPr>
        <p:spPr>
          <a:xfrm>
            <a:off x="6060147" y="152583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2D187-D336-4E0C-A890-04E798191A35}"/>
              </a:ext>
            </a:extLst>
          </p:cNvPr>
          <p:cNvSpPr txBox="1"/>
          <p:nvPr/>
        </p:nvSpPr>
        <p:spPr>
          <a:xfrm>
            <a:off x="6050732" y="23228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E4105-DF6E-8787-136B-AEC73FE0ADED}"/>
              </a:ext>
            </a:extLst>
          </p:cNvPr>
          <p:cNvSpPr txBox="1"/>
          <p:nvPr/>
        </p:nvSpPr>
        <p:spPr>
          <a:xfrm>
            <a:off x="1658039" y="358048"/>
            <a:ext cx="1540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5+(-3)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8E3E70-1ECE-AF00-DEA3-AC49696CA0FB}"/>
              </a:ext>
            </a:extLst>
          </p:cNvPr>
          <p:cNvSpPr/>
          <p:nvPr/>
        </p:nvSpPr>
        <p:spPr>
          <a:xfrm>
            <a:off x="146524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A14EEC-5965-8CD9-FDC9-8A5DE34B3438}"/>
              </a:ext>
            </a:extLst>
          </p:cNvPr>
          <p:cNvSpPr/>
          <p:nvPr/>
        </p:nvSpPr>
        <p:spPr>
          <a:xfrm>
            <a:off x="201058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2A1A01-D509-8DB2-D38A-455BF7C11AE0}"/>
              </a:ext>
            </a:extLst>
          </p:cNvPr>
          <p:cNvSpPr/>
          <p:nvPr/>
        </p:nvSpPr>
        <p:spPr>
          <a:xfrm>
            <a:off x="255591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2C48A2-60AA-94E1-A20C-71496B0442C6}"/>
              </a:ext>
            </a:extLst>
          </p:cNvPr>
          <p:cNvSpPr/>
          <p:nvPr/>
        </p:nvSpPr>
        <p:spPr>
          <a:xfrm>
            <a:off x="310125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597D49-3070-E906-33E0-4322129CB077}"/>
              </a:ext>
            </a:extLst>
          </p:cNvPr>
          <p:cNvSpPr/>
          <p:nvPr/>
        </p:nvSpPr>
        <p:spPr>
          <a:xfrm>
            <a:off x="364658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FE64A3-BB93-8C6A-2117-2A51DF4355FE}"/>
              </a:ext>
            </a:extLst>
          </p:cNvPr>
          <p:cNvSpPr/>
          <p:nvPr/>
        </p:nvSpPr>
        <p:spPr>
          <a:xfrm>
            <a:off x="419192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43B277-4686-CBCC-7057-68960C9EB18B}"/>
              </a:ext>
            </a:extLst>
          </p:cNvPr>
          <p:cNvSpPr/>
          <p:nvPr/>
        </p:nvSpPr>
        <p:spPr>
          <a:xfrm>
            <a:off x="4737255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31A1E6-D8A0-9EC6-476D-66338E226BC0}"/>
              </a:ext>
            </a:extLst>
          </p:cNvPr>
          <p:cNvSpPr/>
          <p:nvPr/>
        </p:nvSpPr>
        <p:spPr>
          <a:xfrm>
            <a:off x="5282590" y="939936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9B3918-1857-E50C-23B0-69DDE30CB391}"/>
              </a:ext>
            </a:extLst>
          </p:cNvPr>
          <p:cNvSpPr txBox="1"/>
          <p:nvPr/>
        </p:nvSpPr>
        <p:spPr>
          <a:xfrm>
            <a:off x="1079571" y="23228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9E4D1B0-A71A-0857-9748-CECBFE04ADED}"/>
              </a:ext>
            </a:extLst>
          </p:cNvPr>
          <p:cNvCxnSpPr/>
          <p:nvPr/>
        </p:nvCxnSpPr>
        <p:spPr>
          <a:xfrm>
            <a:off x="600419" y="3013113"/>
            <a:ext cx="648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507C83-0AC2-E601-5FA1-FF09D079010F}"/>
              </a:ext>
            </a:extLst>
          </p:cNvPr>
          <p:cNvSpPr/>
          <p:nvPr/>
        </p:nvSpPr>
        <p:spPr>
          <a:xfrm>
            <a:off x="1448719" y="3174862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76D8B0-3906-EDAC-1A3F-66BC64ECBE14}"/>
              </a:ext>
            </a:extLst>
          </p:cNvPr>
          <p:cNvSpPr/>
          <p:nvPr/>
        </p:nvSpPr>
        <p:spPr>
          <a:xfrm>
            <a:off x="199405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9EDBC4-7709-CCF9-7EB8-390024B3B653}"/>
              </a:ext>
            </a:extLst>
          </p:cNvPr>
          <p:cNvSpPr/>
          <p:nvPr/>
        </p:nvSpPr>
        <p:spPr>
          <a:xfrm>
            <a:off x="253938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BA601FD-BFE6-82EB-404F-1E06401F8B21}"/>
              </a:ext>
            </a:extLst>
          </p:cNvPr>
          <p:cNvSpPr/>
          <p:nvPr/>
        </p:nvSpPr>
        <p:spPr>
          <a:xfrm>
            <a:off x="308472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01F801A-3714-22F7-3B39-C2CD7AB68625}"/>
              </a:ext>
            </a:extLst>
          </p:cNvPr>
          <p:cNvSpPr/>
          <p:nvPr/>
        </p:nvSpPr>
        <p:spPr>
          <a:xfrm>
            <a:off x="363005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950948-61CF-6801-FB08-E9D5491F1448}"/>
              </a:ext>
            </a:extLst>
          </p:cNvPr>
          <p:cNvSpPr/>
          <p:nvPr/>
        </p:nvSpPr>
        <p:spPr>
          <a:xfrm>
            <a:off x="417539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EFFA3D-1040-6B01-34F1-1647832EFDAB}"/>
              </a:ext>
            </a:extLst>
          </p:cNvPr>
          <p:cNvSpPr/>
          <p:nvPr/>
        </p:nvSpPr>
        <p:spPr>
          <a:xfrm>
            <a:off x="4720729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79C12A-C986-8BF3-0386-01669E9E9C43}"/>
              </a:ext>
            </a:extLst>
          </p:cNvPr>
          <p:cNvSpPr/>
          <p:nvPr/>
        </p:nvSpPr>
        <p:spPr>
          <a:xfrm>
            <a:off x="5266064" y="3174862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E092C6-14A7-E9AA-DB40-D1AE9F96A7A0}"/>
              </a:ext>
            </a:extLst>
          </p:cNvPr>
          <p:cNvSpPr txBox="1"/>
          <p:nvPr/>
        </p:nvSpPr>
        <p:spPr>
          <a:xfrm>
            <a:off x="6060147" y="330331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04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D669CEF-74AA-F41F-C6EC-CA369449617D}"/>
              </a:ext>
            </a:extLst>
          </p:cNvPr>
          <p:cNvSpPr/>
          <p:nvPr/>
        </p:nvSpPr>
        <p:spPr>
          <a:xfrm>
            <a:off x="1184315" y="2135266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6E80D4-4514-1DC0-A9FE-ADAFC5335653}"/>
              </a:ext>
            </a:extLst>
          </p:cNvPr>
          <p:cNvSpPr/>
          <p:nvPr/>
        </p:nvSpPr>
        <p:spPr>
          <a:xfrm>
            <a:off x="172965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73C476-D275-37AC-7955-F398FE075088}"/>
              </a:ext>
            </a:extLst>
          </p:cNvPr>
          <p:cNvSpPr/>
          <p:nvPr/>
        </p:nvSpPr>
        <p:spPr>
          <a:xfrm>
            <a:off x="227498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F7B01-10BD-ECF9-1862-066FECC91DD8}"/>
              </a:ext>
            </a:extLst>
          </p:cNvPr>
          <p:cNvSpPr/>
          <p:nvPr/>
        </p:nvSpPr>
        <p:spPr>
          <a:xfrm>
            <a:off x="282032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B6B062-8EF2-ECAF-82D4-8C3D4AE3A60F}"/>
              </a:ext>
            </a:extLst>
          </p:cNvPr>
          <p:cNvSpPr/>
          <p:nvPr/>
        </p:nvSpPr>
        <p:spPr>
          <a:xfrm>
            <a:off x="336565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65ECD5-468B-903A-BFCC-D2960300580B}"/>
              </a:ext>
            </a:extLst>
          </p:cNvPr>
          <p:cNvSpPr/>
          <p:nvPr/>
        </p:nvSpPr>
        <p:spPr>
          <a:xfrm>
            <a:off x="391099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583B8-5BFF-800D-820E-FA787754AF50}"/>
              </a:ext>
            </a:extLst>
          </p:cNvPr>
          <p:cNvSpPr/>
          <p:nvPr/>
        </p:nvSpPr>
        <p:spPr>
          <a:xfrm>
            <a:off x="445632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472F9-EA2F-3790-A6A7-ABAAF7BF563D}"/>
              </a:ext>
            </a:extLst>
          </p:cNvPr>
          <p:cNvSpPr/>
          <p:nvPr/>
        </p:nvSpPr>
        <p:spPr>
          <a:xfrm>
            <a:off x="500166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475AFC-C4E2-3813-074B-CFC9EA4E7564}"/>
              </a:ext>
            </a:extLst>
          </p:cNvPr>
          <p:cNvSpPr/>
          <p:nvPr/>
        </p:nvSpPr>
        <p:spPr>
          <a:xfrm>
            <a:off x="1184314" y="2924977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81A9B8-34E9-442A-9232-536C532A87FC}"/>
              </a:ext>
            </a:extLst>
          </p:cNvPr>
          <p:cNvSpPr/>
          <p:nvPr/>
        </p:nvSpPr>
        <p:spPr>
          <a:xfrm>
            <a:off x="172964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B59A1C-F221-C49B-152E-F44580032DA6}"/>
              </a:ext>
            </a:extLst>
          </p:cNvPr>
          <p:cNvSpPr/>
          <p:nvPr/>
        </p:nvSpPr>
        <p:spPr>
          <a:xfrm>
            <a:off x="227498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4A664-F457-E98E-17A7-0C3ED3BD1E51}"/>
              </a:ext>
            </a:extLst>
          </p:cNvPr>
          <p:cNvSpPr/>
          <p:nvPr/>
        </p:nvSpPr>
        <p:spPr>
          <a:xfrm>
            <a:off x="282031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6ABE1-3D44-3FBD-F421-2B5C0D3585CB}"/>
              </a:ext>
            </a:extLst>
          </p:cNvPr>
          <p:cNvSpPr/>
          <p:nvPr/>
        </p:nvSpPr>
        <p:spPr>
          <a:xfrm>
            <a:off x="336565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68EBDC-33AD-DD06-E30B-80D564657367}"/>
              </a:ext>
            </a:extLst>
          </p:cNvPr>
          <p:cNvSpPr/>
          <p:nvPr/>
        </p:nvSpPr>
        <p:spPr>
          <a:xfrm>
            <a:off x="391098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F3F2EF-EEC9-56E4-E3BC-8A0C8AD17098}"/>
              </a:ext>
            </a:extLst>
          </p:cNvPr>
          <p:cNvSpPr/>
          <p:nvPr/>
        </p:nvSpPr>
        <p:spPr>
          <a:xfrm>
            <a:off x="445632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0819BE-82FE-012B-6546-B05C19E7C96F}"/>
              </a:ext>
            </a:extLst>
          </p:cNvPr>
          <p:cNvSpPr/>
          <p:nvPr/>
        </p:nvSpPr>
        <p:spPr>
          <a:xfrm>
            <a:off x="500165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E0DF-71EE-06E4-B715-9B7B8173881D}"/>
              </a:ext>
            </a:extLst>
          </p:cNvPr>
          <p:cNvSpPr txBox="1"/>
          <p:nvPr/>
        </p:nvSpPr>
        <p:spPr>
          <a:xfrm>
            <a:off x="5779217" y="224193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2D187-D336-4E0C-A890-04E798191A35}"/>
              </a:ext>
            </a:extLst>
          </p:cNvPr>
          <p:cNvSpPr txBox="1"/>
          <p:nvPr/>
        </p:nvSpPr>
        <p:spPr>
          <a:xfrm>
            <a:off x="5769802" y="3038903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E4105-DF6E-8787-136B-AEC73FE0ADED}"/>
              </a:ext>
            </a:extLst>
          </p:cNvPr>
          <p:cNvSpPr txBox="1"/>
          <p:nvPr/>
        </p:nvSpPr>
        <p:spPr>
          <a:xfrm>
            <a:off x="1377109" y="1074144"/>
            <a:ext cx="1540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5+(-3)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8E3E70-1ECE-AF00-DEA3-AC49696CA0FB}"/>
              </a:ext>
            </a:extLst>
          </p:cNvPr>
          <p:cNvSpPr/>
          <p:nvPr/>
        </p:nvSpPr>
        <p:spPr>
          <a:xfrm>
            <a:off x="118431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A14EEC-5965-8CD9-FDC9-8A5DE34B3438}"/>
              </a:ext>
            </a:extLst>
          </p:cNvPr>
          <p:cNvSpPr/>
          <p:nvPr/>
        </p:nvSpPr>
        <p:spPr>
          <a:xfrm>
            <a:off x="172965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2A1A01-D509-8DB2-D38A-455BF7C11AE0}"/>
              </a:ext>
            </a:extLst>
          </p:cNvPr>
          <p:cNvSpPr/>
          <p:nvPr/>
        </p:nvSpPr>
        <p:spPr>
          <a:xfrm>
            <a:off x="227498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2C48A2-60AA-94E1-A20C-71496B0442C6}"/>
              </a:ext>
            </a:extLst>
          </p:cNvPr>
          <p:cNvSpPr/>
          <p:nvPr/>
        </p:nvSpPr>
        <p:spPr>
          <a:xfrm>
            <a:off x="282032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597D49-3070-E906-33E0-4322129CB077}"/>
              </a:ext>
            </a:extLst>
          </p:cNvPr>
          <p:cNvSpPr/>
          <p:nvPr/>
        </p:nvSpPr>
        <p:spPr>
          <a:xfrm>
            <a:off x="336565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FE64A3-BB93-8C6A-2117-2A51DF4355FE}"/>
              </a:ext>
            </a:extLst>
          </p:cNvPr>
          <p:cNvSpPr/>
          <p:nvPr/>
        </p:nvSpPr>
        <p:spPr>
          <a:xfrm>
            <a:off x="391099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43B277-4686-CBCC-7057-68960C9EB18B}"/>
              </a:ext>
            </a:extLst>
          </p:cNvPr>
          <p:cNvSpPr/>
          <p:nvPr/>
        </p:nvSpPr>
        <p:spPr>
          <a:xfrm>
            <a:off x="445632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31A1E6-D8A0-9EC6-476D-66338E226BC0}"/>
              </a:ext>
            </a:extLst>
          </p:cNvPr>
          <p:cNvSpPr/>
          <p:nvPr/>
        </p:nvSpPr>
        <p:spPr>
          <a:xfrm>
            <a:off x="500166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9B3918-1857-E50C-23B0-69DDE30CB391}"/>
              </a:ext>
            </a:extLst>
          </p:cNvPr>
          <p:cNvSpPr txBox="1"/>
          <p:nvPr/>
        </p:nvSpPr>
        <p:spPr>
          <a:xfrm>
            <a:off x="798641" y="303890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9E4D1B0-A71A-0857-9748-CECBFE04ADED}"/>
              </a:ext>
            </a:extLst>
          </p:cNvPr>
          <p:cNvCxnSpPr/>
          <p:nvPr/>
        </p:nvCxnSpPr>
        <p:spPr>
          <a:xfrm>
            <a:off x="319489" y="3729209"/>
            <a:ext cx="648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507C83-0AC2-E601-5FA1-FF09D079010F}"/>
              </a:ext>
            </a:extLst>
          </p:cNvPr>
          <p:cNvSpPr/>
          <p:nvPr/>
        </p:nvSpPr>
        <p:spPr>
          <a:xfrm>
            <a:off x="1167789" y="3890958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76D8B0-3906-EDAC-1A3F-66BC64ECBE14}"/>
              </a:ext>
            </a:extLst>
          </p:cNvPr>
          <p:cNvSpPr/>
          <p:nvPr/>
        </p:nvSpPr>
        <p:spPr>
          <a:xfrm>
            <a:off x="171312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9EDBC4-7709-CCF9-7EB8-390024B3B653}"/>
              </a:ext>
            </a:extLst>
          </p:cNvPr>
          <p:cNvSpPr/>
          <p:nvPr/>
        </p:nvSpPr>
        <p:spPr>
          <a:xfrm>
            <a:off x="225845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BA601FD-BFE6-82EB-404F-1E06401F8B21}"/>
              </a:ext>
            </a:extLst>
          </p:cNvPr>
          <p:cNvSpPr/>
          <p:nvPr/>
        </p:nvSpPr>
        <p:spPr>
          <a:xfrm>
            <a:off x="280379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01F801A-3714-22F7-3B39-C2CD7AB68625}"/>
              </a:ext>
            </a:extLst>
          </p:cNvPr>
          <p:cNvSpPr/>
          <p:nvPr/>
        </p:nvSpPr>
        <p:spPr>
          <a:xfrm>
            <a:off x="334912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950948-61CF-6801-FB08-E9D5491F1448}"/>
              </a:ext>
            </a:extLst>
          </p:cNvPr>
          <p:cNvSpPr/>
          <p:nvPr/>
        </p:nvSpPr>
        <p:spPr>
          <a:xfrm>
            <a:off x="389446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EFFA3D-1040-6B01-34F1-1647832EFDAB}"/>
              </a:ext>
            </a:extLst>
          </p:cNvPr>
          <p:cNvSpPr/>
          <p:nvPr/>
        </p:nvSpPr>
        <p:spPr>
          <a:xfrm>
            <a:off x="443979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79C12A-C986-8BF3-0386-01669E9E9C43}"/>
              </a:ext>
            </a:extLst>
          </p:cNvPr>
          <p:cNvSpPr/>
          <p:nvPr/>
        </p:nvSpPr>
        <p:spPr>
          <a:xfrm>
            <a:off x="498513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E092C6-14A7-E9AA-DB40-D1AE9F96A7A0}"/>
              </a:ext>
            </a:extLst>
          </p:cNvPr>
          <p:cNvSpPr txBox="1"/>
          <p:nvPr/>
        </p:nvSpPr>
        <p:spPr>
          <a:xfrm>
            <a:off x="5779217" y="4019406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114A4-6F77-01BF-D701-7570448261C7}"/>
              </a:ext>
            </a:extLst>
          </p:cNvPr>
          <p:cNvSpPr txBox="1"/>
          <p:nvPr/>
        </p:nvSpPr>
        <p:spPr>
          <a:xfrm>
            <a:off x="7735678" y="32525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2F57B-94CB-04F0-6CB0-3713F46BD6B4}"/>
              </a:ext>
            </a:extLst>
          </p:cNvPr>
          <p:cNvSpPr txBox="1"/>
          <p:nvPr/>
        </p:nvSpPr>
        <p:spPr>
          <a:xfrm>
            <a:off x="7735677" y="93493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5+(-3)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91FB4-9743-1B69-488B-3B17CBD2711C}"/>
              </a:ext>
            </a:extLst>
          </p:cNvPr>
          <p:cNvSpPr txBox="1"/>
          <p:nvPr/>
        </p:nvSpPr>
        <p:spPr>
          <a:xfrm>
            <a:off x="7735677" y="161046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9 = x+3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9658B-50A8-7C8E-ECD8-EBDD13487D17}"/>
              </a:ext>
            </a:extLst>
          </p:cNvPr>
          <p:cNvSpPr txBox="1"/>
          <p:nvPr/>
        </p:nvSpPr>
        <p:spPr>
          <a:xfrm>
            <a:off x="7701201" y="2361112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5+6 =&gt; 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1+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1=&gt; </a:t>
            </a:r>
            <a:r>
              <a:rPr lang="en-US" altLang="ko-KR" sz="2000">
                <a:latin typeface="Consolas" panose="020B0609020204030204" pitchFamily="49" charset="0"/>
              </a:rPr>
              <a:t>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28F954-3EB2-2B65-5D04-8188502EFD56}"/>
              </a:ext>
            </a:extLst>
          </p:cNvPr>
          <p:cNvSpPr txBox="1"/>
          <p:nvPr/>
        </p:nvSpPr>
        <p:spPr>
          <a:xfrm>
            <a:off x="8780984" y="325253"/>
            <a:ext cx="2710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(n-1)</a:t>
            </a:r>
            <a:r>
              <a:rPr lang="ko-KR" altLang="en-US" sz="2000">
                <a:latin typeface="Consolas" panose="020B0609020204030204" pitchFamily="49" charset="0"/>
              </a:rPr>
              <a:t>의 보수화 방식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2E851F7-98FD-A000-F60E-2EC754EB18BC}"/>
              </a:ext>
            </a:extLst>
          </p:cNvPr>
          <p:cNvSpPr/>
          <p:nvPr/>
        </p:nvSpPr>
        <p:spPr>
          <a:xfrm>
            <a:off x="7303346" y="3439013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037741D-5769-1107-1F34-F3BA27A60498}"/>
              </a:ext>
            </a:extLst>
          </p:cNvPr>
          <p:cNvSpPr/>
          <p:nvPr/>
        </p:nvSpPr>
        <p:spPr>
          <a:xfrm>
            <a:off x="784868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1E5AD7F-CFE9-4624-E2C7-BBE2C63C373E}"/>
              </a:ext>
            </a:extLst>
          </p:cNvPr>
          <p:cNvSpPr/>
          <p:nvPr/>
        </p:nvSpPr>
        <p:spPr>
          <a:xfrm>
            <a:off x="839401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CF9D349-413B-F28D-036B-AA1BC27BB355}"/>
              </a:ext>
            </a:extLst>
          </p:cNvPr>
          <p:cNvSpPr/>
          <p:nvPr/>
        </p:nvSpPr>
        <p:spPr>
          <a:xfrm>
            <a:off x="8934680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A275E8-8A9C-1028-8508-37E48D078EF6}"/>
              </a:ext>
            </a:extLst>
          </p:cNvPr>
          <p:cNvSpPr/>
          <p:nvPr/>
        </p:nvSpPr>
        <p:spPr>
          <a:xfrm>
            <a:off x="948468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F3369DD-DFCF-33DB-CD41-E4882DAE94B8}"/>
              </a:ext>
            </a:extLst>
          </p:cNvPr>
          <p:cNvSpPr/>
          <p:nvPr/>
        </p:nvSpPr>
        <p:spPr>
          <a:xfrm>
            <a:off x="1003002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9474080-3925-91C2-C98E-9DB28B29C80E}"/>
              </a:ext>
            </a:extLst>
          </p:cNvPr>
          <p:cNvSpPr/>
          <p:nvPr/>
        </p:nvSpPr>
        <p:spPr>
          <a:xfrm>
            <a:off x="1057535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9589DDC-D3C9-0AF1-3A13-5D795EB16FD8}"/>
              </a:ext>
            </a:extLst>
          </p:cNvPr>
          <p:cNvSpPr/>
          <p:nvPr/>
        </p:nvSpPr>
        <p:spPr>
          <a:xfrm>
            <a:off x="1112069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D4F3235-81EB-FFF5-8291-5AA990E5B502}"/>
              </a:ext>
            </a:extLst>
          </p:cNvPr>
          <p:cNvSpPr/>
          <p:nvPr/>
        </p:nvSpPr>
        <p:spPr>
          <a:xfrm>
            <a:off x="7303346" y="5007659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9BCC994-7A8A-3812-7C18-FDD125522340}"/>
              </a:ext>
            </a:extLst>
          </p:cNvPr>
          <p:cNvSpPr/>
          <p:nvPr/>
        </p:nvSpPr>
        <p:spPr>
          <a:xfrm>
            <a:off x="784868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3B13E96-4183-1928-0588-CF6402536F0F}"/>
              </a:ext>
            </a:extLst>
          </p:cNvPr>
          <p:cNvSpPr/>
          <p:nvPr/>
        </p:nvSpPr>
        <p:spPr>
          <a:xfrm>
            <a:off x="839401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3CA57AE-B36F-2B45-3B48-C4E01185FD5B}"/>
              </a:ext>
            </a:extLst>
          </p:cNvPr>
          <p:cNvSpPr/>
          <p:nvPr/>
        </p:nvSpPr>
        <p:spPr>
          <a:xfrm>
            <a:off x="893935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89EC37D-582F-D67C-749A-435BE67338D7}"/>
              </a:ext>
            </a:extLst>
          </p:cNvPr>
          <p:cNvSpPr/>
          <p:nvPr/>
        </p:nvSpPr>
        <p:spPr>
          <a:xfrm>
            <a:off x="948468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789448F-8B4C-D819-A526-020ECDC9844F}"/>
              </a:ext>
            </a:extLst>
          </p:cNvPr>
          <p:cNvSpPr/>
          <p:nvPr/>
        </p:nvSpPr>
        <p:spPr>
          <a:xfrm>
            <a:off x="1003002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345B10-1785-B78E-DC05-E621141FF6AC}"/>
              </a:ext>
            </a:extLst>
          </p:cNvPr>
          <p:cNvSpPr/>
          <p:nvPr/>
        </p:nvSpPr>
        <p:spPr>
          <a:xfrm>
            <a:off x="1057535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65C875F-3EAD-9BF4-2658-F6AF6F27D95C}"/>
              </a:ext>
            </a:extLst>
          </p:cNvPr>
          <p:cNvSpPr/>
          <p:nvPr/>
        </p:nvSpPr>
        <p:spPr>
          <a:xfrm>
            <a:off x="1112069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441942-84F4-243B-4BEC-B9B74B02E75F}"/>
              </a:ext>
            </a:extLst>
          </p:cNvPr>
          <p:cNvSpPr txBox="1"/>
          <p:nvPr/>
        </p:nvSpPr>
        <p:spPr>
          <a:xfrm>
            <a:off x="11914774" y="496534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3525D65-CC04-06C4-FBFB-CC430DD07A22}"/>
              </a:ext>
            </a:extLst>
          </p:cNvPr>
          <p:cNvSpPr/>
          <p:nvPr/>
        </p:nvSpPr>
        <p:spPr>
          <a:xfrm>
            <a:off x="378450" y="390823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D85FFB-9C09-9270-61CE-A1174C0E72CC}"/>
              </a:ext>
            </a:extLst>
          </p:cNvPr>
          <p:cNvSpPr txBox="1"/>
          <p:nvPr/>
        </p:nvSpPr>
        <p:spPr>
          <a:xfrm>
            <a:off x="251560" y="4521917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carry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7AD341-05F3-F0AE-E98B-A381395864BF}"/>
              </a:ext>
            </a:extLst>
          </p:cNvPr>
          <p:cNvSpPr txBox="1"/>
          <p:nvPr/>
        </p:nvSpPr>
        <p:spPr>
          <a:xfrm>
            <a:off x="3118962" y="4560476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sum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C5A43E3-C228-F4A1-88DD-5BFE2E209A72}"/>
              </a:ext>
            </a:extLst>
          </p:cNvPr>
          <p:cNvSpPr/>
          <p:nvPr/>
        </p:nvSpPr>
        <p:spPr>
          <a:xfrm>
            <a:off x="4969748" y="460804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0F4381E9-A3BB-7609-81D7-71613FE8F537}"/>
              </a:ext>
            </a:extLst>
          </p:cNvPr>
          <p:cNvCxnSpPr/>
          <p:nvPr/>
        </p:nvCxnSpPr>
        <p:spPr>
          <a:xfrm>
            <a:off x="319488" y="5365455"/>
            <a:ext cx="648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CF4640A-8BD7-940B-BC84-342C3E434592}"/>
              </a:ext>
            </a:extLst>
          </p:cNvPr>
          <p:cNvSpPr/>
          <p:nvPr/>
        </p:nvSpPr>
        <p:spPr>
          <a:xfrm>
            <a:off x="1167789" y="5493140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F91CC2F-334E-0A6E-D252-0AB6A6B5649F}"/>
              </a:ext>
            </a:extLst>
          </p:cNvPr>
          <p:cNvSpPr/>
          <p:nvPr/>
        </p:nvSpPr>
        <p:spPr>
          <a:xfrm>
            <a:off x="1713124" y="549314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F0479B9-0176-F0FA-607D-67DD24B7C152}"/>
              </a:ext>
            </a:extLst>
          </p:cNvPr>
          <p:cNvSpPr/>
          <p:nvPr/>
        </p:nvSpPr>
        <p:spPr>
          <a:xfrm>
            <a:off x="2258459" y="549314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C479293-748E-A110-8452-36111FD8DA0A}"/>
              </a:ext>
            </a:extLst>
          </p:cNvPr>
          <p:cNvSpPr/>
          <p:nvPr/>
        </p:nvSpPr>
        <p:spPr>
          <a:xfrm>
            <a:off x="2803794" y="549314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93DB1EE-2BF7-7208-3B52-C668E24E19AD}"/>
              </a:ext>
            </a:extLst>
          </p:cNvPr>
          <p:cNvSpPr/>
          <p:nvPr/>
        </p:nvSpPr>
        <p:spPr>
          <a:xfrm>
            <a:off x="3349129" y="549314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CB5750B-6287-76FD-A9AC-6605DA3E3B75}"/>
              </a:ext>
            </a:extLst>
          </p:cNvPr>
          <p:cNvSpPr/>
          <p:nvPr/>
        </p:nvSpPr>
        <p:spPr>
          <a:xfrm>
            <a:off x="3894464" y="549314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22F9629-CAB2-4251-4F94-8FA07F495564}"/>
              </a:ext>
            </a:extLst>
          </p:cNvPr>
          <p:cNvSpPr/>
          <p:nvPr/>
        </p:nvSpPr>
        <p:spPr>
          <a:xfrm>
            <a:off x="4439799" y="549314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9EA2EEF-C3E0-EDB1-620D-572887B26318}"/>
              </a:ext>
            </a:extLst>
          </p:cNvPr>
          <p:cNvSpPr/>
          <p:nvPr/>
        </p:nvSpPr>
        <p:spPr>
          <a:xfrm>
            <a:off x="4985134" y="549314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6ED8F7-AD18-B7BB-AA7B-B99942DE9835}"/>
              </a:ext>
            </a:extLst>
          </p:cNvPr>
          <p:cNvSpPr txBox="1"/>
          <p:nvPr/>
        </p:nvSpPr>
        <p:spPr>
          <a:xfrm>
            <a:off x="5752724" y="560706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071E5DF-977C-8D77-8479-4A47416EE32E}"/>
              </a:ext>
            </a:extLst>
          </p:cNvPr>
          <p:cNvGrpSpPr/>
          <p:nvPr/>
        </p:nvGrpSpPr>
        <p:grpSpPr>
          <a:xfrm>
            <a:off x="11290898" y="4063334"/>
            <a:ext cx="233078" cy="934428"/>
            <a:chOff x="10575356" y="1656032"/>
            <a:chExt cx="408948" cy="1639508"/>
          </a:xfrm>
        </p:grpSpPr>
        <p:sp>
          <p:nvSpPr>
            <p:cNvPr id="87" name="이등변 삼각형 86">
              <a:extLst>
                <a:ext uri="{FF2B5EF4-FFF2-40B4-BE49-F238E27FC236}">
                  <a16:creationId xmlns:a16="http://schemas.microsoft.com/office/drawing/2014/main" id="{676ECBB0-C113-97A7-E11F-F02012803906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5F580E8-E5CF-CD05-848A-7A4C8C018C69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9F6F4145-6FEF-3247-B70F-538FD0E8DC63}"/>
                </a:ext>
              </a:extLst>
            </p:cNvPr>
            <p:cNvCxnSpPr>
              <a:stCxn id="87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A380B5EE-1A22-31C0-E433-75407BE3448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A037DE4-64D2-540C-30F1-0B0A942B4715}"/>
              </a:ext>
            </a:extLst>
          </p:cNvPr>
          <p:cNvGrpSpPr/>
          <p:nvPr/>
        </p:nvGrpSpPr>
        <p:grpSpPr>
          <a:xfrm>
            <a:off x="10743550" y="4063334"/>
            <a:ext cx="233078" cy="934428"/>
            <a:chOff x="10575356" y="1656032"/>
            <a:chExt cx="408948" cy="1639508"/>
          </a:xfrm>
        </p:grpSpPr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E81F9937-AA78-A265-14D4-4480ACDF5EB6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F2501666-F069-9600-DF6D-C011343F1897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16ED2F6B-AF1A-858A-887A-C89F2812583C}"/>
                </a:ext>
              </a:extLst>
            </p:cNvPr>
            <p:cNvCxnSpPr>
              <a:stCxn id="9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CED0F94E-E8C2-81B3-50FC-A5D2D8B9094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36CE9242-DD81-C96F-2C06-F639DA5E6004}"/>
              </a:ext>
            </a:extLst>
          </p:cNvPr>
          <p:cNvGrpSpPr/>
          <p:nvPr/>
        </p:nvGrpSpPr>
        <p:grpSpPr>
          <a:xfrm>
            <a:off x="10196204" y="4063334"/>
            <a:ext cx="233078" cy="934428"/>
            <a:chOff x="10575356" y="1656032"/>
            <a:chExt cx="408948" cy="1639508"/>
          </a:xfrm>
        </p:grpSpPr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8B77865F-08E6-40B1-9F38-91ED28F870AC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486F4E56-9667-A844-F428-4D5E19F1E6D5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DB27D88C-8270-E2C0-F361-AECF0FE30271}"/>
                </a:ext>
              </a:extLst>
            </p:cNvPr>
            <p:cNvCxnSpPr>
              <a:stCxn id="9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9A2DD4B4-0095-28D7-73DD-8A7E36AEEB73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68A0644-27AB-22B7-3359-6645DEC3494C}"/>
              </a:ext>
            </a:extLst>
          </p:cNvPr>
          <p:cNvGrpSpPr/>
          <p:nvPr/>
        </p:nvGrpSpPr>
        <p:grpSpPr>
          <a:xfrm>
            <a:off x="9648858" y="4063334"/>
            <a:ext cx="233078" cy="934428"/>
            <a:chOff x="10575356" y="1656032"/>
            <a:chExt cx="408948" cy="1639508"/>
          </a:xfrm>
        </p:grpSpPr>
        <p:sp>
          <p:nvSpPr>
            <p:cNvPr id="104" name="이등변 삼각형 103">
              <a:extLst>
                <a:ext uri="{FF2B5EF4-FFF2-40B4-BE49-F238E27FC236}">
                  <a16:creationId xmlns:a16="http://schemas.microsoft.com/office/drawing/2014/main" id="{0AAD79F8-C9C1-0E18-36ED-C6485C64EB32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847E7ED0-1FDF-EB88-0459-CC6B21DE046B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A06797C1-D320-D02C-5E70-45DF20F3EE45}"/>
                </a:ext>
              </a:extLst>
            </p:cNvPr>
            <p:cNvCxnSpPr>
              <a:stCxn id="10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5F9D0473-8318-FE18-7D6A-E27DE86689E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26197CB3-3155-193A-0F14-82C218F2C6CE}"/>
              </a:ext>
            </a:extLst>
          </p:cNvPr>
          <p:cNvGrpSpPr/>
          <p:nvPr/>
        </p:nvGrpSpPr>
        <p:grpSpPr>
          <a:xfrm>
            <a:off x="9101512" y="4063334"/>
            <a:ext cx="233078" cy="934428"/>
            <a:chOff x="10575356" y="1656032"/>
            <a:chExt cx="408948" cy="1639508"/>
          </a:xfrm>
        </p:grpSpPr>
        <p:sp>
          <p:nvSpPr>
            <p:cNvPr id="109" name="이등변 삼각형 108">
              <a:extLst>
                <a:ext uri="{FF2B5EF4-FFF2-40B4-BE49-F238E27FC236}">
                  <a16:creationId xmlns:a16="http://schemas.microsoft.com/office/drawing/2014/main" id="{F02AA8CD-E127-EE9B-8869-572F6877974A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CC241F39-AE65-6795-16E6-370CA8265099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3F5F3C83-8D49-697E-A4DE-5196EBDA2426}"/>
                </a:ext>
              </a:extLst>
            </p:cNvPr>
            <p:cNvCxnSpPr>
              <a:stCxn id="10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56F6023E-0715-8F26-E81F-20142A093141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41F41B4-6DC3-8A62-8F29-D837338D429C}"/>
              </a:ext>
            </a:extLst>
          </p:cNvPr>
          <p:cNvGrpSpPr/>
          <p:nvPr/>
        </p:nvGrpSpPr>
        <p:grpSpPr>
          <a:xfrm>
            <a:off x="8554166" y="4063334"/>
            <a:ext cx="233078" cy="934428"/>
            <a:chOff x="10575356" y="1656032"/>
            <a:chExt cx="408948" cy="1639508"/>
          </a:xfrm>
        </p:grpSpPr>
        <p:sp>
          <p:nvSpPr>
            <p:cNvPr id="114" name="이등변 삼각형 113">
              <a:extLst>
                <a:ext uri="{FF2B5EF4-FFF2-40B4-BE49-F238E27FC236}">
                  <a16:creationId xmlns:a16="http://schemas.microsoft.com/office/drawing/2014/main" id="{E372E7C8-AFF6-2782-51FE-F365269715C5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C0ED05A4-AE3D-55FB-3B07-AB48C0632221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352A3975-0A63-79A6-5E7B-C1BEA26EC4B9}"/>
                </a:ext>
              </a:extLst>
            </p:cNvPr>
            <p:cNvCxnSpPr>
              <a:stCxn id="11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07F2CF0D-C8E9-C0C8-2FB0-83A04BE80F3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3DF2C22-DC8A-7859-3D63-D5027E596256}"/>
              </a:ext>
            </a:extLst>
          </p:cNvPr>
          <p:cNvGrpSpPr/>
          <p:nvPr/>
        </p:nvGrpSpPr>
        <p:grpSpPr>
          <a:xfrm>
            <a:off x="8006820" y="4063334"/>
            <a:ext cx="233078" cy="934428"/>
            <a:chOff x="10575356" y="1656032"/>
            <a:chExt cx="408948" cy="1639508"/>
          </a:xfrm>
        </p:grpSpPr>
        <p:sp>
          <p:nvSpPr>
            <p:cNvPr id="119" name="이등변 삼각형 118">
              <a:extLst>
                <a:ext uri="{FF2B5EF4-FFF2-40B4-BE49-F238E27FC236}">
                  <a16:creationId xmlns:a16="http://schemas.microsoft.com/office/drawing/2014/main" id="{49307648-790C-E86E-291E-504D77274CEE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FA2F577A-DF10-C49B-5A7B-7F7EC51FB6AC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2A914887-F76D-A7CE-59B8-31114E2BE3EA}"/>
                </a:ext>
              </a:extLst>
            </p:cNvPr>
            <p:cNvCxnSpPr>
              <a:stCxn id="11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D9F0BAF2-475C-8756-62B2-CF2841E5CAA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F92D37D-C605-15FE-8989-96576040F38C}"/>
              </a:ext>
            </a:extLst>
          </p:cNvPr>
          <p:cNvGrpSpPr/>
          <p:nvPr/>
        </p:nvGrpSpPr>
        <p:grpSpPr>
          <a:xfrm>
            <a:off x="7459474" y="4063334"/>
            <a:ext cx="233078" cy="934428"/>
            <a:chOff x="10575356" y="1656032"/>
            <a:chExt cx="408948" cy="1639508"/>
          </a:xfrm>
        </p:grpSpPr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D006F493-C71F-FAF7-589A-58487DCB416B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D3F72B61-00CA-109E-B31B-B7229907846B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A58DB606-7570-39CD-C1EE-0739E10B50C4}"/>
                </a:ext>
              </a:extLst>
            </p:cNvPr>
            <p:cNvCxnSpPr>
              <a:stCxn id="12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37D360DC-2B8E-5A0F-7899-A58D15A0870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46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D669CEF-74AA-F41F-C6EC-CA369449617D}"/>
              </a:ext>
            </a:extLst>
          </p:cNvPr>
          <p:cNvSpPr/>
          <p:nvPr/>
        </p:nvSpPr>
        <p:spPr>
          <a:xfrm>
            <a:off x="1184315" y="2135266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6E80D4-4514-1DC0-A9FE-ADAFC5335653}"/>
              </a:ext>
            </a:extLst>
          </p:cNvPr>
          <p:cNvSpPr/>
          <p:nvPr/>
        </p:nvSpPr>
        <p:spPr>
          <a:xfrm>
            <a:off x="172965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73C476-D275-37AC-7955-F398FE075088}"/>
              </a:ext>
            </a:extLst>
          </p:cNvPr>
          <p:cNvSpPr/>
          <p:nvPr/>
        </p:nvSpPr>
        <p:spPr>
          <a:xfrm>
            <a:off x="227498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F7B01-10BD-ECF9-1862-066FECC91DD8}"/>
              </a:ext>
            </a:extLst>
          </p:cNvPr>
          <p:cNvSpPr/>
          <p:nvPr/>
        </p:nvSpPr>
        <p:spPr>
          <a:xfrm>
            <a:off x="282032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B6B062-8EF2-ECAF-82D4-8C3D4AE3A60F}"/>
              </a:ext>
            </a:extLst>
          </p:cNvPr>
          <p:cNvSpPr/>
          <p:nvPr/>
        </p:nvSpPr>
        <p:spPr>
          <a:xfrm>
            <a:off x="336565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65ECD5-468B-903A-BFCC-D2960300580B}"/>
              </a:ext>
            </a:extLst>
          </p:cNvPr>
          <p:cNvSpPr/>
          <p:nvPr/>
        </p:nvSpPr>
        <p:spPr>
          <a:xfrm>
            <a:off x="391099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583B8-5BFF-800D-820E-FA787754AF50}"/>
              </a:ext>
            </a:extLst>
          </p:cNvPr>
          <p:cNvSpPr/>
          <p:nvPr/>
        </p:nvSpPr>
        <p:spPr>
          <a:xfrm>
            <a:off x="445632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472F9-EA2F-3790-A6A7-ABAAF7BF563D}"/>
              </a:ext>
            </a:extLst>
          </p:cNvPr>
          <p:cNvSpPr/>
          <p:nvPr/>
        </p:nvSpPr>
        <p:spPr>
          <a:xfrm>
            <a:off x="500166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475AFC-C4E2-3813-074B-CFC9EA4E7564}"/>
              </a:ext>
            </a:extLst>
          </p:cNvPr>
          <p:cNvSpPr/>
          <p:nvPr/>
        </p:nvSpPr>
        <p:spPr>
          <a:xfrm>
            <a:off x="1184314" y="2924977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81A9B8-34E9-442A-9232-536C532A87FC}"/>
              </a:ext>
            </a:extLst>
          </p:cNvPr>
          <p:cNvSpPr/>
          <p:nvPr/>
        </p:nvSpPr>
        <p:spPr>
          <a:xfrm>
            <a:off x="172964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B59A1C-F221-C49B-152E-F44580032DA6}"/>
              </a:ext>
            </a:extLst>
          </p:cNvPr>
          <p:cNvSpPr/>
          <p:nvPr/>
        </p:nvSpPr>
        <p:spPr>
          <a:xfrm>
            <a:off x="227498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4A664-F457-E98E-17A7-0C3ED3BD1E51}"/>
              </a:ext>
            </a:extLst>
          </p:cNvPr>
          <p:cNvSpPr/>
          <p:nvPr/>
        </p:nvSpPr>
        <p:spPr>
          <a:xfrm>
            <a:off x="282031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6ABE1-3D44-3FBD-F421-2B5C0D3585CB}"/>
              </a:ext>
            </a:extLst>
          </p:cNvPr>
          <p:cNvSpPr/>
          <p:nvPr/>
        </p:nvSpPr>
        <p:spPr>
          <a:xfrm>
            <a:off x="336565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68EBDC-33AD-DD06-E30B-80D564657367}"/>
              </a:ext>
            </a:extLst>
          </p:cNvPr>
          <p:cNvSpPr/>
          <p:nvPr/>
        </p:nvSpPr>
        <p:spPr>
          <a:xfrm>
            <a:off x="391098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F3F2EF-EEC9-56E4-E3BC-8A0C8AD17098}"/>
              </a:ext>
            </a:extLst>
          </p:cNvPr>
          <p:cNvSpPr/>
          <p:nvPr/>
        </p:nvSpPr>
        <p:spPr>
          <a:xfrm>
            <a:off x="445632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0819BE-82FE-012B-6546-B05C19E7C96F}"/>
              </a:ext>
            </a:extLst>
          </p:cNvPr>
          <p:cNvSpPr/>
          <p:nvPr/>
        </p:nvSpPr>
        <p:spPr>
          <a:xfrm>
            <a:off x="500165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E0DF-71EE-06E4-B715-9B7B8173881D}"/>
              </a:ext>
            </a:extLst>
          </p:cNvPr>
          <p:cNvSpPr txBox="1"/>
          <p:nvPr/>
        </p:nvSpPr>
        <p:spPr>
          <a:xfrm>
            <a:off x="5779217" y="2241931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2D187-D336-4E0C-A890-04E798191A35}"/>
              </a:ext>
            </a:extLst>
          </p:cNvPr>
          <p:cNvSpPr txBox="1"/>
          <p:nvPr/>
        </p:nvSpPr>
        <p:spPr>
          <a:xfrm>
            <a:off x="5769802" y="303890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127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E4105-DF6E-8787-136B-AEC73FE0ADED}"/>
              </a:ext>
            </a:extLst>
          </p:cNvPr>
          <p:cNvSpPr txBox="1"/>
          <p:nvPr/>
        </p:nvSpPr>
        <p:spPr>
          <a:xfrm>
            <a:off x="1377109" y="1074144"/>
            <a:ext cx="1540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5+(-3)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8E3E70-1ECE-AF00-DEA3-AC49696CA0FB}"/>
              </a:ext>
            </a:extLst>
          </p:cNvPr>
          <p:cNvSpPr/>
          <p:nvPr/>
        </p:nvSpPr>
        <p:spPr>
          <a:xfrm>
            <a:off x="118431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A14EEC-5965-8CD9-FDC9-8A5DE34B3438}"/>
              </a:ext>
            </a:extLst>
          </p:cNvPr>
          <p:cNvSpPr/>
          <p:nvPr/>
        </p:nvSpPr>
        <p:spPr>
          <a:xfrm>
            <a:off x="172965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2A1A01-D509-8DB2-D38A-455BF7C11AE0}"/>
              </a:ext>
            </a:extLst>
          </p:cNvPr>
          <p:cNvSpPr/>
          <p:nvPr/>
        </p:nvSpPr>
        <p:spPr>
          <a:xfrm>
            <a:off x="227498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2C48A2-60AA-94E1-A20C-71496B0442C6}"/>
              </a:ext>
            </a:extLst>
          </p:cNvPr>
          <p:cNvSpPr/>
          <p:nvPr/>
        </p:nvSpPr>
        <p:spPr>
          <a:xfrm>
            <a:off x="282032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597D49-3070-E906-33E0-4322129CB077}"/>
              </a:ext>
            </a:extLst>
          </p:cNvPr>
          <p:cNvSpPr/>
          <p:nvPr/>
        </p:nvSpPr>
        <p:spPr>
          <a:xfrm>
            <a:off x="336565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FE64A3-BB93-8C6A-2117-2A51DF4355FE}"/>
              </a:ext>
            </a:extLst>
          </p:cNvPr>
          <p:cNvSpPr/>
          <p:nvPr/>
        </p:nvSpPr>
        <p:spPr>
          <a:xfrm>
            <a:off x="391099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43B277-4686-CBCC-7057-68960C9EB18B}"/>
              </a:ext>
            </a:extLst>
          </p:cNvPr>
          <p:cNvSpPr/>
          <p:nvPr/>
        </p:nvSpPr>
        <p:spPr>
          <a:xfrm>
            <a:off x="445632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31A1E6-D8A0-9EC6-476D-66338E226BC0}"/>
              </a:ext>
            </a:extLst>
          </p:cNvPr>
          <p:cNvSpPr/>
          <p:nvPr/>
        </p:nvSpPr>
        <p:spPr>
          <a:xfrm>
            <a:off x="500166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9B3918-1857-E50C-23B0-69DDE30CB391}"/>
              </a:ext>
            </a:extLst>
          </p:cNvPr>
          <p:cNvSpPr txBox="1"/>
          <p:nvPr/>
        </p:nvSpPr>
        <p:spPr>
          <a:xfrm>
            <a:off x="635776" y="25574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9E4D1B0-A71A-0857-9748-CECBFE04ADED}"/>
              </a:ext>
            </a:extLst>
          </p:cNvPr>
          <p:cNvCxnSpPr/>
          <p:nvPr/>
        </p:nvCxnSpPr>
        <p:spPr>
          <a:xfrm>
            <a:off x="319489" y="3729209"/>
            <a:ext cx="648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507C83-0AC2-E601-5FA1-FF09D079010F}"/>
              </a:ext>
            </a:extLst>
          </p:cNvPr>
          <p:cNvSpPr/>
          <p:nvPr/>
        </p:nvSpPr>
        <p:spPr>
          <a:xfrm>
            <a:off x="1167789" y="3890958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76D8B0-3906-EDAC-1A3F-66BC64ECBE14}"/>
              </a:ext>
            </a:extLst>
          </p:cNvPr>
          <p:cNvSpPr/>
          <p:nvPr/>
        </p:nvSpPr>
        <p:spPr>
          <a:xfrm>
            <a:off x="171312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9EDBC4-7709-CCF9-7EB8-390024B3B653}"/>
              </a:ext>
            </a:extLst>
          </p:cNvPr>
          <p:cNvSpPr/>
          <p:nvPr/>
        </p:nvSpPr>
        <p:spPr>
          <a:xfrm>
            <a:off x="225845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BA601FD-BFE6-82EB-404F-1E06401F8B21}"/>
              </a:ext>
            </a:extLst>
          </p:cNvPr>
          <p:cNvSpPr/>
          <p:nvPr/>
        </p:nvSpPr>
        <p:spPr>
          <a:xfrm>
            <a:off x="280379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01F801A-3714-22F7-3B39-C2CD7AB68625}"/>
              </a:ext>
            </a:extLst>
          </p:cNvPr>
          <p:cNvSpPr/>
          <p:nvPr/>
        </p:nvSpPr>
        <p:spPr>
          <a:xfrm>
            <a:off x="334912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950948-61CF-6801-FB08-E9D5491F1448}"/>
              </a:ext>
            </a:extLst>
          </p:cNvPr>
          <p:cNvSpPr/>
          <p:nvPr/>
        </p:nvSpPr>
        <p:spPr>
          <a:xfrm>
            <a:off x="389446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EFFA3D-1040-6B01-34F1-1647832EFDAB}"/>
              </a:ext>
            </a:extLst>
          </p:cNvPr>
          <p:cNvSpPr/>
          <p:nvPr/>
        </p:nvSpPr>
        <p:spPr>
          <a:xfrm>
            <a:off x="443979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79C12A-C986-8BF3-0386-01669E9E9C43}"/>
              </a:ext>
            </a:extLst>
          </p:cNvPr>
          <p:cNvSpPr/>
          <p:nvPr/>
        </p:nvSpPr>
        <p:spPr>
          <a:xfrm>
            <a:off x="498513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E092C6-14A7-E9AA-DB40-D1AE9F96A7A0}"/>
              </a:ext>
            </a:extLst>
          </p:cNvPr>
          <p:cNvSpPr txBox="1"/>
          <p:nvPr/>
        </p:nvSpPr>
        <p:spPr>
          <a:xfrm>
            <a:off x="5628738" y="404343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-127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114A4-6F77-01BF-D701-7570448261C7}"/>
              </a:ext>
            </a:extLst>
          </p:cNvPr>
          <p:cNvSpPr txBox="1"/>
          <p:nvPr/>
        </p:nvSpPr>
        <p:spPr>
          <a:xfrm>
            <a:off x="7735678" y="32525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2F57B-94CB-04F0-6CB0-3713F46BD6B4}"/>
              </a:ext>
            </a:extLst>
          </p:cNvPr>
          <p:cNvSpPr txBox="1"/>
          <p:nvPr/>
        </p:nvSpPr>
        <p:spPr>
          <a:xfrm>
            <a:off x="7735677" y="93493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5+(-3)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91FB4-9743-1B69-488B-3B17CBD2711C}"/>
              </a:ext>
            </a:extLst>
          </p:cNvPr>
          <p:cNvSpPr txBox="1"/>
          <p:nvPr/>
        </p:nvSpPr>
        <p:spPr>
          <a:xfrm>
            <a:off x="7735677" y="161046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9 = x+3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9658B-50A8-7C8E-ECD8-EBDD13487D17}"/>
              </a:ext>
            </a:extLst>
          </p:cNvPr>
          <p:cNvSpPr txBox="1"/>
          <p:nvPr/>
        </p:nvSpPr>
        <p:spPr>
          <a:xfrm>
            <a:off x="7701201" y="2361112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5+6 =&gt; 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1+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1=&gt; </a:t>
            </a:r>
            <a:r>
              <a:rPr lang="en-US" altLang="ko-KR" sz="2000">
                <a:latin typeface="Consolas" panose="020B0609020204030204" pitchFamily="49" charset="0"/>
              </a:rPr>
              <a:t>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28F954-3EB2-2B65-5D04-8188502EFD56}"/>
              </a:ext>
            </a:extLst>
          </p:cNvPr>
          <p:cNvSpPr txBox="1"/>
          <p:nvPr/>
        </p:nvSpPr>
        <p:spPr>
          <a:xfrm>
            <a:off x="8780984" y="325253"/>
            <a:ext cx="2710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(n-1)</a:t>
            </a:r>
            <a:r>
              <a:rPr lang="ko-KR" altLang="en-US" sz="2000">
                <a:latin typeface="Consolas" panose="020B0609020204030204" pitchFamily="49" charset="0"/>
              </a:rPr>
              <a:t>의 보수화 방식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2E851F7-98FD-A000-F60E-2EC754EB18BC}"/>
              </a:ext>
            </a:extLst>
          </p:cNvPr>
          <p:cNvSpPr/>
          <p:nvPr/>
        </p:nvSpPr>
        <p:spPr>
          <a:xfrm>
            <a:off x="7303346" y="3439013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037741D-5769-1107-1F34-F3BA27A60498}"/>
              </a:ext>
            </a:extLst>
          </p:cNvPr>
          <p:cNvSpPr/>
          <p:nvPr/>
        </p:nvSpPr>
        <p:spPr>
          <a:xfrm>
            <a:off x="784868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1E5AD7F-CFE9-4624-E2C7-BBE2C63C373E}"/>
              </a:ext>
            </a:extLst>
          </p:cNvPr>
          <p:cNvSpPr/>
          <p:nvPr/>
        </p:nvSpPr>
        <p:spPr>
          <a:xfrm>
            <a:off x="839401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CF9D349-413B-F28D-036B-AA1BC27BB355}"/>
              </a:ext>
            </a:extLst>
          </p:cNvPr>
          <p:cNvSpPr/>
          <p:nvPr/>
        </p:nvSpPr>
        <p:spPr>
          <a:xfrm>
            <a:off x="8934680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A275E8-8A9C-1028-8508-37E48D078EF6}"/>
              </a:ext>
            </a:extLst>
          </p:cNvPr>
          <p:cNvSpPr/>
          <p:nvPr/>
        </p:nvSpPr>
        <p:spPr>
          <a:xfrm>
            <a:off x="948468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F3369DD-DFCF-33DB-CD41-E4882DAE94B8}"/>
              </a:ext>
            </a:extLst>
          </p:cNvPr>
          <p:cNvSpPr/>
          <p:nvPr/>
        </p:nvSpPr>
        <p:spPr>
          <a:xfrm>
            <a:off x="1003002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9474080-3925-91C2-C98E-9DB28B29C80E}"/>
              </a:ext>
            </a:extLst>
          </p:cNvPr>
          <p:cNvSpPr/>
          <p:nvPr/>
        </p:nvSpPr>
        <p:spPr>
          <a:xfrm>
            <a:off x="1057535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9589DDC-D3C9-0AF1-3A13-5D795EB16FD8}"/>
              </a:ext>
            </a:extLst>
          </p:cNvPr>
          <p:cNvSpPr/>
          <p:nvPr/>
        </p:nvSpPr>
        <p:spPr>
          <a:xfrm>
            <a:off x="1112069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D4F3235-81EB-FFF5-8291-5AA990E5B502}"/>
              </a:ext>
            </a:extLst>
          </p:cNvPr>
          <p:cNvSpPr/>
          <p:nvPr/>
        </p:nvSpPr>
        <p:spPr>
          <a:xfrm>
            <a:off x="7303346" y="5007659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9BCC994-7A8A-3812-7C18-FDD125522340}"/>
              </a:ext>
            </a:extLst>
          </p:cNvPr>
          <p:cNvSpPr/>
          <p:nvPr/>
        </p:nvSpPr>
        <p:spPr>
          <a:xfrm>
            <a:off x="784868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3B13E96-4183-1928-0588-CF6402536F0F}"/>
              </a:ext>
            </a:extLst>
          </p:cNvPr>
          <p:cNvSpPr/>
          <p:nvPr/>
        </p:nvSpPr>
        <p:spPr>
          <a:xfrm>
            <a:off x="839401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3CA57AE-B36F-2B45-3B48-C4E01185FD5B}"/>
              </a:ext>
            </a:extLst>
          </p:cNvPr>
          <p:cNvSpPr/>
          <p:nvPr/>
        </p:nvSpPr>
        <p:spPr>
          <a:xfrm>
            <a:off x="893935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89EC37D-582F-D67C-749A-435BE67338D7}"/>
              </a:ext>
            </a:extLst>
          </p:cNvPr>
          <p:cNvSpPr/>
          <p:nvPr/>
        </p:nvSpPr>
        <p:spPr>
          <a:xfrm>
            <a:off x="948468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789448F-8B4C-D819-A526-020ECDC9844F}"/>
              </a:ext>
            </a:extLst>
          </p:cNvPr>
          <p:cNvSpPr/>
          <p:nvPr/>
        </p:nvSpPr>
        <p:spPr>
          <a:xfrm>
            <a:off x="1003002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345B10-1785-B78E-DC05-E621141FF6AC}"/>
              </a:ext>
            </a:extLst>
          </p:cNvPr>
          <p:cNvSpPr/>
          <p:nvPr/>
        </p:nvSpPr>
        <p:spPr>
          <a:xfrm>
            <a:off x="1057535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65C875F-3EAD-9BF4-2658-F6AF6F27D95C}"/>
              </a:ext>
            </a:extLst>
          </p:cNvPr>
          <p:cNvSpPr/>
          <p:nvPr/>
        </p:nvSpPr>
        <p:spPr>
          <a:xfrm>
            <a:off x="1112069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441942-84F4-243B-4BEC-B9B74B02E75F}"/>
              </a:ext>
            </a:extLst>
          </p:cNvPr>
          <p:cNvSpPr txBox="1"/>
          <p:nvPr/>
        </p:nvSpPr>
        <p:spPr>
          <a:xfrm>
            <a:off x="11914774" y="496534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CF4640A-8BD7-940B-BC84-342C3E434592}"/>
              </a:ext>
            </a:extLst>
          </p:cNvPr>
          <p:cNvSpPr/>
          <p:nvPr/>
        </p:nvSpPr>
        <p:spPr>
          <a:xfrm>
            <a:off x="1155724" y="4651364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F91CC2F-334E-0A6E-D252-0AB6A6B5649F}"/>
              </a:ext>
            </a:extLst>
          </p:cNvPr>
          <p:cNvSpPr/>
          <p:nvPr/>
        </p:nvSpPr>
        <p:spPr>
          <a:xfrm>
            <a:off x="1701059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F0479B9-0176-F0FA-607D-67DD24B7C152}"/>
              </a:ext>
            </a:extLst>
          </p:cNvPr>
          <p:cNvSpPr/>
          <p:nvPr/>
        </p:nvSpPr>
        <p:spPr>
          <a:xfrm>
            <a:off x="2246394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C479293-748E-A110-8452-36111FD8DA0A}"/>
              </a:ext>
            </a:extLst>
          </p:cNvPr>
          <p:cNvSpPr/>
          <p:nvPr/>
        </p:nvSpPr>
        <p:spPr>
          <a:xfrm>
            <a:off x="2791729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93DB1EE-2BF7-7208-3B52-C668E24E19AD}"/>
              </a:ext>
            </a:extLst>
          </p:cNvPr>
          <p:cNvSpPr/>
          <p:nvPr/>
        </p:nvSpPr>
        <p:spPr>
          <a:xfrm>
            <a:off x="3337064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CB5750B-6287-76FD-A9AC-6605DA3E3B75}"/>
              </a:ext>
            </a:extLst>
          </p:cNvPr>
          <p:cNvSpPr/>
          <p:nvPr/>
        </p:nvSpPr>
        <p:spPr>
          <a:xfrm>
            <a:off x="3882399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22F9629-CAB2-4251-4F94-8FA07F495564}"/>
              </a:ext>
            </a:extLst>
          </p:cNvPr>
          <p:cNvSpPr/>
          <p:nvPr/>
        </p:nvSpPr>
        <p:spPr>
          <a:xfrm>
            <a:off x="4427734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9EA2EEF-C3E0-EDB1-620D-572887B26318}"/>
              </a:ext>
            </a:extLst>
          </p:cNvPr>
          <p:cNvSpPr/>
          <p:nvPr/>
        </p:nvSpPr>
        <p:spPr>
          <a:xfrm>
            <a:off x="4973069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6ED8F7-AD18-B7BB-AA7B-B99942DE9835}"/>
              </a:ext>
            </a:extLst>
          </p:cNvPr>
          <p:cNvSpPr txBox="1"/>
          <p:nvPr/>
        </p:nvSpPr>
        <p:spPr>
          <a:xfrm>
            <a:off x="5740659" y="476529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071E5DF-977C-8D77-8479-4A47416EE32E}"/>
              </a:ext>
            </a:extLst>
          </p:cNvPr>
          <p:cNvGrpSpPr/>
          <p:nvPr/>
        </p:nvGrpSpPr>
        <p:grpSpPr>
          <a:xfrm>
            <a:off x="11290898" y="4063334"/>
            <a:ext cx="233078" cy="934428"/>
            <a:chOff x="10575356" y="1656032"/>
            <a:chExt cx="408948" cy="1639508"/>
          </a:xfrm>
        </p:grpSpPr>
        <p:sp>
          <p:nvSpPr>
            <p:cNvPr id="87" name="이등변 삼각형 86">
              <a:extLst>
                <a:ext uri="{FF2B5EF4-FFF2-40B4-BE49-F238E27FC236}">
                  <a16:creationId xmlns:a16="http://schemas.microsoft.com/office/drawing/2014/main" id="{676ECBB0-C113-97A7-E11F-F02012803906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5F580E8-E5CF-CD05-848A-7A4C8C018C69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9F6F4145-6FEF-3247-B70F-538FD0E8DC63}"/>
                </a:ext>
              </a:extLst>
            </p:cNvPr>
            <p:cNvCxnSpPr>
              <a:stCxn id="87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A380B5EE-1A22-31C0-E433-75407BE3448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A037DE4-64D2-540C-30F1-0B0A942B4715}"/>
              </a:ext>
            </a:extLst>
          </p:cNvPr>
          <p:cNvGrpSpPr/>
          <p:nvPr/>
        </p:nvGrpSpPr>
        <p:grpSpPr>
          <a:xfrm>
            <a:off x="10743550" y="4063334"/>
            <a:ext cx="233078" cy="934428"/>
            <a:chOff x="10575356" y="1656032"/>
            <a:chExt cx="408948" cy="1639508"/>
          </a:xfrm>
        </p:grpSpPr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E81F9937-AA78-A265-14D4-4480ACDF5EB6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F2501666-F069-9600-DF6D-C011343F1897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16ED2F6B-AF1A-858A-887A-C89F2812583C}"/>
                </a:ext>
              </a:extLst>
            </p:cNvPr>
            <p:cNvCxnSpPr>
              <a:stCxn id="9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CED0F94E-E8C2-81B3-50FC-A5D2D8B9094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36CE9242-DD81-C96F-2C06-F639DA5E6004}"/>
              </a:ext>
            </a:extLst>
          </p:cNvPr>
          <p:cNvGrpSpPr/>
          <p:nvPr/>
        </p:nvGrpSpPr>
        <p:grpSpPr>
          <a:xfrm>
            <a:off x="10196204" y="4063334"/>
            <a:ext cx="233078" cy="934428"/>
            <a:chOff x="10575356" y="1656032"/>
            <a:chExt cx="408948" cy="1639508"/>
          </a:xfrm>
        </p:grpSpPr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8B77865F-08E6-40B1-9F38-91ED28F870AC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486F4E56-9667-A844-F428-4D5E19F1E6D5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DB27D88C-8270-E2C0-F361-AECF0FE30271}"/>
                </a:ext>
              </a:extLst>
            </p:cNvPr>
            <p:cNvCxnSpPr>
              <a:stCxn id="9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9A2DD4B4-0095-28D7-73DD-8A7E36AEEB73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68A0644-27AB-22B7-3359-6645DEC3494C}"/>
              </a:ext>
            </a:extLst>
          </p:cNvPr>
          <p:cNvGrpSpPr/>
          <p:nvPr/>
        </p:nvGrpSpPr>
        <p:grpSpPr>
          <a:xfrm>
            <a:off x="9648858" y="4063334"/>
            <a:ext cx="233078" cy="934428"/>
            <a:chOff x="10575356" y="1656032"/>
            <a:chExt cx="408948" cy="1639508"/>
          </a:xfrm>
        </p:grpSpPr>
        <p:sp>
          <p:nvSpPr>
            <p:cNvPr id="104" name="이등변 삼각형 103">
              <a:extLst>
                <a:ext uri="{FF2B5EF4-FFF2-40B4-BE49-F238E27FC236}">
                  <a16:creationId xmlns:a16="http://schemas.microsoft.com/office/drawing/2014/main" id="{0AAD79F8-C9C1-0E18-36ED-C6485C64EB32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847E7ED0-1FDF-EB88-0459-CC6B21DE046B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A06797C1-D320-D02C-5E70-45DF20F3EE45}"/>
                </a:ext>
              </a:extLst>
            </p:cNvPr>
            <p:cNvCxnSpPr>
              <a:stCxn id="10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5F9D0473-8318-FE18-7D6A-E27DE86689E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26197CB3-3155-193A-0F14-82C218F2C6CE}"/>
              </a:ext>
            </a:extLst>
          </p:cNvPr>
          <p:cNvGrpSpPr/>
          <p:nvPr/>
        </p:nvGrpSpPr>
        <p:grpSpPr>
          <a:xfrm>
            <a:off x="9101512" y="4063334"/>
            <a:ext cx="233078" cy="934428"/>
            <a:chOff x="10575356" y="1656032"/>
            <a:chExt cx="408948" cy="1639508"/>
          </a:xfrm>
        </p:grpSpPr>
        <p:sp>
          <p:nvSpPr>
            <p:cNvPr id="109" name="이등변 삼각형 108">
              <a:extLst>
                <a:ext uri="{FF2B5EF4-FFF2-40B4-BE49-F238E27FC236}">
                  <a16:creationId xmlns:a16="http://schemas.microsoft.com/office/drawing/2014/main" id="{F02AA8CD-E127-EE9B-8869-572F6877974A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CC241F39-AE65-6795-16E6-370CA8265099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3F5F3C83-8D49-697E-A4DE-5196EBDA2426}"/>
                </a:ext>
              </a:extLst>
            </p:cNvPr>
            <p:cNvCxnSpPr>
              <a:stCxn id="10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56F6023E-0715-8F26-E81F-20142A093141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41F41B4-6DC3-8A62-8F29-D837338D429C}"/>
              </a:ext>
            </a:extLst>
          </p:cNvPr>
          <p:cNvGrpSpPr/>
          <p:nvPr/>
        </p:nvGrpSpPr>
        <p:grpSpPr>
          <a:xfrm>
            <a:off x="8554166" y="4063334"/>
            <a:ext cx="233078" cy="934428"/>
            <a:chOff x="10575356" y="1656032"/>
            <a:chExt cx="408948" cy="1639508"/>
          </a:xfrm>
        </p:grpSpPr>
        <p:sp>
          <p:nvSpPr>
            <p:cNvPr id="114" name="이등변 삼각형 113">
              <a:extLst>
                <a:ext uri="{FF2B5EF4-FFF2-40B4-BE49-F238E27FC236}">
                  <a16:creationId xmlns:a16="http://schemas.microsoft.com/office/drawing/2014/main" id="{E372E7C8-AFF6-2782-51FE-F365269715C5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C0ED05A4-AE3D-55FB-3B07-AB48C0632221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352A3975-0A63-79A6-5E7B-C1BEA26EC4B9}"/>
                </a:ext>
              </a:extLst>
            </p:cNvPr>
            <p:cNvCxnSpPr>
              <a:stCxn id="11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07F2CF0D-C8E9-C0C8-2FB0-83A04BE80F3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3DF2C22-DC8A-7859-3D63-D5027E596256}"/>
              </a:ext>
            </a:extLst>
          </p:cNvPr>
          <p:cNvGrpSpPr/>
          <p:nvPr/>
        </p:nvGrpSpPr>
        <p:grpSpPr>
          <a:xfrm>
            <a:off x="8006820" y="4063334"/>
            <a:ext cx="233078" cy="934428"/>
            <a:chOff x="10575356" y="1656032"/>
            <a:chExt cx="408948" cy="1639508"/>
          </a:xfrm>
        </p:grpSpPr>
        <p:sp>
          <p:nvSpPr>
            <p:cNvPr id="119" name="이등변 삼각형 118">
              <a:extLst>
                <a:ext uri="{FF2B5EF4-FFF2-40B4-BE49-F238E27FC236}">
                  <a16:creationId xmlns:a16="http://schemas.microsoft.com/office/drawing/2014/main" id="{49307648-790C-E86E-291E-504D77274CEE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FA2F577A-DF10-C49B-5A7B-7F7EC51FB6AC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2A914887-F76D-A7CE-59B8-31114E2BE3EA}"/>
                </a:ext>
              </a:extLst>
            </p:cNvPr>
            <p:cNvCxnSpPr>
              <a:stCxn id="11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D9F0BAF2-475C-8756-62B2-CF2841E5CAA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F92D37D-C605-15FE-8989-96576040F38C}"/>
              </a:ext>
            </a:extLst>
          </p:cNvPr>
          <p:cNvGrpSpPr/>
          <p:nvPr/>
        </p:nvGrpSpPr>
        <p:grpSpPr>
          <a:xfrm>
            <a:off x="7459474" y="4063334"/>
            <a:ext cx="233078" cy="934428"/>
            <a:chOff x="10575356" y="1656032"/>
            <a:chExt cx="408948" cy="1639508"/>
          </a:xfrm>
        </p:grpSpPr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D006F493-C71F-FAF7-589A-58487DCB416B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D3F72B61-00CA-109E-B31B-B7229907846B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A58DB606-7570-39CD-C1EE-0739E10B50C4}"/>
                </a:ext>
              </a:extLst>
            </p:cNvPr>
            <p:cNvCxnSpPr>
              <a:stCxn id="12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37D360DC-2B8E-5A0F-7899-A58D15A0870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CB6D764-24F9-32BE-A34F-40C60FC9CF57}"/>
              </a:ext>
            </a:extLst>
          </p:cNvPr>
          <p:cNvSpPr txBox="1"/>
          <p:nvPr/>
        </p:nvSpPr>
        <p:spPr>
          <a:xfrm>
            <a:off x="635776" y="44513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92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3114A4-6F77-01BF-D701-7570448261C7}"/>
              </a:ext>
            </a:extLst>
          </p:cNvPr>
          <p:cNvSpPr txBox="1"/>
          <p:nvPr/>
        </p:nvSpPr>
        <p:spPr>
          <a:xfrm>
            <a:off x="7735678" y="32525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2F57B-94CB-04F0-6CB0-3713F46BD6B4}"/>
              </a:ext>
            </a:extLst>
          </p:cNvPr>
          <p:cNvSpPr txBox="1"/>
          <p:nvPr/>
        </p:nvSpPr>
        <p:spPr>
          <a:xfrm>
            <a:off x="7735677" y="93493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5+(-3)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91FB4-9743-1B69-488B-3B17CBD2711C}"/>
              </a:ext>
            </a:extLst>
          </p:cNvPr>
          <p:cNvSpPr txBox="1"/>
          <p:nvPr/>
        </p:nvSpPr>
        <p:spPr>
          <a:xfrm>
            <a:off x="7735677" y="1610468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10 = x+3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9658B-50A8-7C8E-ECD8-EBDD13487D17}"/>
              </a:ext>
            </a:extLst>
          </p:cNvPr>
          <p:cNvSpPr txBox="1"/>
          <p:nvPr/>
        </p:nvSpPr>
        <p:spPr>
          <a:xfrm>
            <a:off x="7701201" y="2361112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5+7 =&gt; 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28F954-3EB2-2B65-5D04-8188502EFD56}"/>
              </a:ext>
            </a:extLst>
          </p:cNvPr>
          <p:cNvSpPr txBox="1"/>
          <p:nvPr/>
        </p:nvSpPr>
        <p:spPr>
          <a:xfrm>
            <a:off x="8780984" y="325253"/>
            <a:ext cx="2287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n </a:t>
            </a:r>
            <a:r>
              <a:rPr lang="ko-KR" altLang="en-US" sz="2000">
                <a:latin typeface="Consolas" panose="020B0609020204030204" pitchFamily="49" charset="0"/>
              </a:rPr>
              <a:t>의 보수화 방식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2E851F7-98FD-A000-F60E-2EC754EB18BC}"/>
              </a:ext>
            </a:extLst>
          </p:cNvPr>
          <p:cNvSpPr/>
          <p:nvPr/>
        </p:nvSpPr>
        <p:spPr>
          <a:xfrm>
            <a:off x="7303346" y="3439013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037741D-5769-1107-1F34-F3BA27A60498}"/>
              </a:ext>
            </a:extLst>
          </p:cNvPr>
          <p:cNvSpPr/>
          <p:nvPr/>
        </p:nvSpPr>
        <p:spPr>
          <a:xfrm>
            <a:off x="784868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1E5AD7F-CFE9-4624-E2C7-BBE2C63C373E}"/>
              </a:ext>
            </a:extLst>
          </p:cNvPr>
          <p:cNvSpPr/>
          <p:nvPr/>
        </p:nvSpPr>
        <p:spPr>
          <a:xfrm>
            <a:off x="839401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CF9D349-413B-F28D-036B-AA1BC27BB355}"/>
              </a:ext>
            </a:extLst>
          </p:cNvPr>
          <p:cNvSpPr/>
          <p:nvPr/>
        </p:nvSpPr>
        <p:spPr>
          <a:xfrm>
            <a:off x="8934680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A275E8-8A9C-1028-8508-37E48D078EF6}"/>
              </a:ext>
            </a:extLst>
          </p:cNvPr>
          <p:cNvSpPr/>
          <p:nvPr/>
        </p:nvSpPr>
        <p:spPr>
          <a:xfrm>
            <a:off x="948468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F3369DD-DFCF-33DB-CD41-E4882DAE94B8}"/>
              </a:ext>
            </a:extLst>
          </p:cNvPr>
          <p:cNvSpPr/>
          <p:nvPr/>
        </p:nvSpPr>
        <p:spPr>
          <a:xfrm>
            <a:off x="1003002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9474080-3925-91C2-C98E-9DB28B29C80E}"/>
              </a:ext>
            </a:extLst>
          </p:cNvPr>
          <p:cNvSpPr/>
          <p:nvPr/>
        </p:nvSpPr>
        <p:spPr>
          <a:xfrm>
            <a:off x="10575356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9589DDC-D3C9-0AF1-3A13-5D795EB16FD8}"/>
              </a:ext>
            </a:extLst>
          </p:cNvPr>
          <p:cNvSpPr/>
          <p:nvPr/>
        </p:nvSpPr>
        <p:spPr>
          <a:xfrm>
            <a:off x="11120691" y="3439013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D4F3235-81EB-FFF5-8291-5AA990E5B502}"/>
              </a:ext>
            </a:extLst>
          </p:cNvPr>
          <p:cNvSpPr/>
          <p:nvPr/>
        </p:nvSpPr>
        <p:spPr>
          <a:xfrm>
            <a:off x="7303346" y="5007659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9BCC994-7A8A-3812-7C18-FDD125522340}"/>
              </a:ext>
            </a:extLst>
          </p:cNvPr>
          <p:cNvSpPr/>
          <p:nvPr/>
        </p:nvSpPr>
        <p:spPr>
          <a:xfrm>
            <a:off x="784868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3B13E96-4183-1928-0588-CF6402536F0F}"/>
              </a:ext>
            </a:extLst>
          </p:cNvPr>
          <p:cNvSpPr/>
          <p:nvPr/>
        </p:nvSpPr>
        <p:spPr>
          <a:xfrm>
            <a:off x="839401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3CA57AE-B36F-2B45-3B48-C4E01185FD5B}"/>
              </a:ext>
            </a:extLst>
          </p:cNvPr>
          <p:cNvSpPr/>
          <p:nvPr/>
        </p:nvSpPr>
        <p:spPr>
          <a:xfrm>
            <a:off x="893935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89EC37D-582F-D67C-749A-435BE67338D7}"/>
              </a:ext>
            </a:extLst>
          </p:cNvPr>
          <p:cNvSpPr/>
          <p:nvPr/>
        </p:nvSpPr>
        <p:spPr>
          <a:xfrm>
            <a:off x="948468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789448F-8B4C-D819-A526-020ECDC9844F}"/>
              </a:ext>
            </a:extLst>
          </p:cNvPr>
          <p:cNvSpPr/>
          <p:nvPr/>
        </p:nvSpPr>
        <p:spPr>
          <a:xfrm>
            <a:off x="1003002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345B10-1785-B78E-DC05-E621141FF6AC}"/>
              </a:ext>
            </a:extLst>
          </p:cNvPr>
          <p:cNvSpPr/>
          <p:nvPr/>
        </p:nvSpPr>
        <p:spPr>
          <a:xfrm>
            <a:off x="10575356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65C875F-3EAD-9BF4-2658-F6AF6F27D95C}"/>
              </a:ext>
            </a:extLst>
          </p:cNvPr>
          <p:cNvSpPr/>
          <p:nvPr/>
        </p:nvSpPr>
        <p:spPr>
          <a:xfrm>
            <a:off x="11120691" y="5007659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441942-84F4-243B-4BEC-B9B74B02E75F}"/>
              </a:ext>
            </a:extLst>
          </p:cNvPr>
          <p:cNvSpPr txBox="1"/>
          <p:nvPr/>
        </p:nvSpPr>
        <p:spPr>
          <a:xfrm>
            <a:off x="11914774" y="496534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071E5DF-977C-8D77-8479-4A47416EE32E}"/>
              </a:ext>
            </a:extLst>
          </p:cNvPr>
          <p:cNvGrpSpPr/>
          <p:nvPr/>
        </p:nvGrpSpPr>
        <p:grpSpPr>
          <a:xfrm>
            <a:off x="11290898" y="4063334"/>
            <a:ext cx="233078" cy="934428"/>
            <a:chOff x="10575356" y="1656032"/>
            <a:chExt cx="408948" cy="1639508"/>
          </a:xfrm>
        </p:grpSpPr>
        <p:sp>
          <p:nvSpPr>
            <p:cNvPr id="87" name="이등변 삼각형 86">
              <a:extLst>
                <a:ext uri="{FF2B5EF4-FFF2-40B4-BE49-F238E27FC236}">
                  <a16:creationId xmlns:a16="http://schemas.microsoft.com/office/drawing/2014/main" id="{676ECBB0-C113-97A7-E11F-F02012803906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85F580E8-E5CF-CD05-848A-7A4C8C018C69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9F6F4145-6FEF-3247-B70F-538FD0E8DC63}"/>
                </a:ext>
              </a:extLst>
            </p:cNvPr>
            <p:cNvCxnSpPr>
              <a:stCxn id="87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A380B5EE-1A22-31C0-E433-75407BE3448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A037DE4-64D2-540C-30F1-0B0A942B4715}"/>
              </a:ext>
            </a:extLst>
          </p:cNvPr>
          <p:cNvGrpSpPr/>
          <p:nvPr/>
        </p:nvGrpSpPr>
        <p:grpSpPr>
          <a:xfrm>
            <a:off x="10743550" y="4063334"/>
            <a:ext cx="233078" cy="934428"/>
            <a:chOff x="10575356" y="1656032"/>
            <a:chExt cx="408948" cy="1639508"/>
          </a:xfrm>
        </p:grpSpPr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E81F9937-AA78-A265-14D4-4480ACDF5EB6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F2501666-F069-9600-DF6D-C011343F1897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16ED2F6B-AF1A-858A-887A-C89F2812583C}"/>
                </a:ext>
              </a:extLst>
            </p:cNvPr>
            <p:cNvCxnSpPr>
              <a:stCxn id="9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CED0F94E-E8C2-81B3-50FC-A5D2D8B9094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36CE9242-DD81-C96F-2C06-F639DA5E6004}"/>
              </a:ext>
            </a:extLst>
          </p:cNvPr>
          <p:cNvGrpSpPr/>
          <p:nvPr/>
        </p:nvGrpSpPr>
        <p:grpSpPr>
          <a:xfrm>
            <a:off x="10196204" y="4063334"/>
            <a:ext cx="233078" cy="934428"/>
            <a:chOff x="10575356" y="1656032"/>
            <a:chExt cx="408948" cy="1639508"/>
          </a:xfrm>
        </p:grpSpPr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8B77865F-08E6-40B1-9F38-91ED28F870AC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486F4E56-9667-A844-F428-4D5E19F1E6D5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DB27D88C-8270-E2C0-F361-AECF0FE30271}"/>
                </a:ext>
              </a:extLst>
            </p:cNvPr>
            <p:cNvCxnSpPr>
              <a:stCxn id="9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9A2DD4B4-0095-28D7-73DD-8A7E36AEEB73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68A0644-27AB-22B7-3359-6645DEC3494C}"/>
              </a:ext>
            </a:extLst>
          </p:cNvPr>
          <p:cNvGrpSpPr/>
          <p:nvPr/>
        </p:nvGrpSpPr>
        <p:grpSpPr>
          <a:xfrm>
            <a:off x="9648858" y="4063334"/>
            <a:ext cx="233078" cy="934428"/>
            <a:chOff x="10575356" y="1656032"/>
            <a:chExt cx="408948" cy="1639508"/>
          </a:xfrm>
        </p:grpSpPr>
        <p:sp>
          <p:nvSpPr>
            <p:cNvPr id="104" name="이등변 삼각형 103">
              <a:extLst>
                <a:ext uri="{FF2B5EF4-FFF2-40B4-BE49-F238E27FC236}">
                  <a16:creationId xmlns:a16="http://schemas.microsoft.com/office/drawing/2014/main" id="{0AAD79F8-C9C1-0E18-36ED-C6485C64EB32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847E7ED0-1FDF-EB88-0459-CC6B21DE046B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A06797C1-D320-D02C-5E70-45DF20F3EE45}"/>
                </a:ext>
              </a:extLst>
            </p:cNvPr>
            <p:cNvCxnSpPr>
              <a:stCxn id="10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5F9D0473-8318-FE18-7D6A-E27DE86689E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26197CB3-3155-193A-0F14-82C218F2C6CE}"/>
              </a:ext>
            </a:extLst>
          </p:cNvPr>
          <p:cNvGrpSpPr/>
          <p:nvPr/>
        </p:nvGrpSpPr>
        <p:grpSpPr>
          <a:xfrm>
            <a:off x="9101512" y="4063334"/>
            <a:ext cx="233078" cy="934428"/>
            <a:chOff x="10575356" y="1656032"/>
            <a:chExt cx="408948" cy="1639508"/>
          </a:xfrm>
        </p:grpSpPr>
        <p:sp>
          <p:nvSpPr>
            <p:cNvPr id="109" name="이등변 삼각형 108">
              <a:extLst>
                <a:ext uri="{FF2B5EF4-FFF2-40B4-BE49-F238E27FC236}">
                  <a16:creationId xmlns:a16="http://schemas.microsoft.com/office/drawing/2014/main" id="{F02AA8CD-E127-EE9B-8869-572F6877974A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CC241F39-AE65-6795-16E6-370CA8265099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3F5F3C83-8D49-697E-A4DE-5196EBDA2426}"/>
                </a:ext>
              </a:extLst>
            </p:cNvPr>
            <p:cNvCxnSpPr>
              <a:stCxn id="10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56F6023E-0715-8F26-E81F-20142A093141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41F41B4-6DC3-8A62-8F29-D837338D429C}"/>
              </a:ext>
            </a:extLst>
          </p:cNvPr>
          <p:cNvGrpSpPr/>
          <p:nvPr/>
        </p:nvGrpSpPr>
        <p:grpSpPr>
          <a:xfrm>
            <a:off x="8554166" y="4063334"/>
            <a:ext cx="233078" cy="934428"/>
            <a:chOff x="10575356" y="1656032"/>
            <a:chExt cx="408948" cy="1639508"/>
          </a:xfrm>
        </p:grpSpPr>
        <p:sp>
          <p:nvSpPr>
            <p:cNvPr id="114" name="이등변 삼각형 113">
              <a:extLst>
                <a:ext uri="{FF2B5EF4-FFF2-40B4-BE49-F238E27FC236}">
                  <a16:creationId xmlns:a16="http://schemas.microsoft.com/office/drawing/2014/main" id="{E372E7C8-AFF6-2782-51FE-F365269715C5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C0ED05A4-AE3D-55FB-3B07-AB48C0632221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352A3975-0A63-79A6-5E7B-C1BEA26EC4B9}"/>
                </a:ext>
              </a:extLst>
            </p:cNvPr>
            <p:cNvCxnSpPr>
              <a:stCxn id="11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07F2CF0D-C8E9-C0C8-2FB0-83A04BE80F3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3DF2C22-DC8A-7859-3D63-D5027E596256}"/>
              </a:ext>
            </a:extLst>
          </p:cNvPr>
          <p:cNvGrpSpPr/>
          <p:nvPr/>
        </p:nvGrpSpPr>
        <p:grpSpPr>
          <a:xfrm>
            <a:off x="8006820" y="4063334"/>
            <a:ext cx="233078" cy="934428"/>
            <a:chOff x="10575356" y="1656032"/>
            <a:chExt cx="408948" cy="1639508"/>
          </a:xfrm>
        </p:grpSpPr>
        <p:sp>
          <p:nvSpPr>
            <p:cNvPr id="119" name="이등변 삼각형 118">
              <a:extLst>
                <a:ext uri="{FF2B5EF4-FFF2-40B4-BE49-F238E27FC236}">
                  <a16:creationId xmlns:a16="http://schemas.microsoft.com/office/drawing/2014/main" id="{49307648-790C-E86E-291E-504D77274CEE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FA2F577A-DF10-C49B-5A7B-7F7EC51FB6AC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2A914887-F76D-A7CE-59B8-31114E2BE3EA}"/>
                </a:ext>
              </a:extLst>
            </p:cNvPr>
            <p:cNvCxnSpPr>
              <a:stCxn id="11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D9F0BAF2-475C-8756-62B2-CF2841E5CAA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F92D37D-C605-15FE-8989-96576040F38C}"/>
              </a:ext>
            </a:extLst>
          </p:cNvPr>
          <p:cNvGrpSpPr/>
          <p:nvPr/>
        </p:nvGrpSpPr>
        <p:grpSpPr>
          <a:xfrm>
            <a:off x="7459474" y="4063334"/>
            <a:ext cx="233078" cy="934428"/>
            <a:chOff x="10575356" y="1656032"/>
            <a:chExt cx="408948" cy="1639508"/>
          </a:xfrm>
        </p:grpSpPr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D006F493-C71F-FAF7-589A-58487DCB416B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D3F72B61-00CA-109E-B31B-B7229907846B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A58DB606-7570-39CD-C1EE-0739E10B50C4}"/>
                </a:ext>
              </a:extLst>
            </p:cNvPr>
            <p:cNvCxnSpPr>
              <a:stCxn id="12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37D360DC-2B8E-5A0F-7899-A58D15A08704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F94FF02-B6C0-1C11-049B-7181BA9854CB}"/>
              </a:ext>
            </a:extLst>
          </p:cNvPr>
          <p:cNvSpPr/>
          <p:nvPr/>
        </p:nvSpPr>
        <p:spPr>
          <a:xfrm>
            <a:off x="7303346" y="5740280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59B3BB5-3E93-64F0-15F1-B8BA55AC4D8E}"/>
              </a:ext>
            </a:extLst>
          </p:cNvPr>
          <p:cNvSpPr/>
          <p:nvPr/>
        </p:nvSpPr>
        <p:spPr>
          <a:xfrm>
            <a:off x="7848681" y="574028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1D5D683-7057-B5E4-9A74-7F0F609601EC}"/>
              </a:ext>
            </a:extLst>
          </p:cNvPr>
          <p:cNvSpPr/>
          <p:nvPr/>
        </p:nvSpPr>
        <p:spPr>
          <a:xfrm>
            <a:off x="8394016" y="574028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29B621D-DEEC-3D27-4849-DF83DF4D17E0}"/>
              </a:ext>
            </a:extLst>
          </p:cNvPr>
          <p:cNvSpPr/>
          <p:nvPr/>
        </p:nvSpPr>
        <p:spPr>
          <a:xfrm>
            <a:off x="8939351" y="574028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250D846-467B-3D6E-389D-CF2B8E562E43}"/>
              </a:ext>
            </a:extLst>
          </p:cNvPr>
          <p:cNvSpPr/>
          <p:nvPr/>
        </p:nvSpPr>
        <p:spPr>
          <a:xfrm>
            <a:off x="9484686" y="574028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DCB09B5-0020-D655-46D2-4BE4865D0881}"/>
              </a:ext>
            </a:extLst>
          </p:cNvPr>
          <p:cNvSpPr/>
          <p:nvPr/>
        </p:nvSpPr>
        <p:spPr>
          <a:xfrm>
            <a:off x="10030021" y="574028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C124E5C-D617-DCBD-9010-D4598F97C612}"/>
              </a:ext>
            </a:extLst>
          </p:cNvPr>
          <p:cNvSpPr/>
          <p:nvPr/>
        </p:nvSpPr>
        <p:spPr>
          <a:xfrm>
            <a:off x="10575356" y="574028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D985DE7-26D4-B16E-33D9-42B4BA92C0F5}"/>
              </a:ext>
            </a:extLst>
          </p:cNvPr>
          <p:cNvSpPr/>
          <p:nvPr/>
        </p:nvSpPr>
        <p:spPr>
          <a:xfrm>
            <a:off x="11120691" y="574028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E2D7047-35F3-DE69-126F-CA136BE7DC9D}"/>
              </a:ext>
            </a:extLst>
          </p:cNvPr>
          <p:cNvSpPr/>
          <p:nvPr/>
        </p:nvSpPr>
        <p:spPr>
          <a:xfrm>
            <a:off x="1184315" y="2135266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6A3DF87-55D1-E5BC-4738-2C7B4410C9FF}"/>
              </a:ext>
            </a:extLst>
          </p:cNvPr>
          <p:cNvSpPr/>
          <p:nvPr/>
        </p:nvSpPr>
        <p:spPr>
          <a:xfrm>
            <a:off x="172965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386B5A8-D513-AECA-70C4-A10EE787A042}"/>
              </a:ext>
            </a:extLst>
          </p:cNvPr>
          <p:cNvSpPr/>
          <p:nvPr/>
        </p:nvSpPr>
        <p:spPr>
          <a:xfrm>
            <a:off x="227498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BAE2668-945A-3E79-E5E2-1F39A9658B8C}"/>
              </a:ext>
            </a:extLst>
          </p:cNvPr>
          <p:cNvSpPr/>
          <p:nvPr/>
        </p:nvSpPr>
        <p:spPr>
          <a:xfrm>
            <a:off x="282032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6AB6880-0724-2701-CF17-EF1D18D16A85}"/>
              </a:ext>
            </a:extLst>
          </p:cNvPr>
          <p:cNvSpPr/>
          <p:nvPr/>
        </p:nvSpPr>
        <p:spPr>
          <a:xfrm>
            <a:off x="336565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4AADF1C-5264-A6D6-C1D0-B4B376B43DDF}"/>
              </a:ext>
            </a:extLst>
          </p:cNvPr>
          <p:cNvSpPr/>
          <p:nvPr/>
        </p:nvSpPr>
        <p:spPr>
          <a:xfrm>
            <a:off x="391099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5BA6105-5713-8604-CD8D-B4AD29FBD3AE}"/>
              </a:ext>
            </a:extLst>
          </p:cNvPr>
          <p:cNvSpPr/>
          <p:nvPr/>
        </p:nvSpPr>
        <p:spPr>
          <a:xfrm>
            <a:off x="445632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50A9023-854C-F261-08C2-AAB5064579D2}"/>
              </a:ext>
            </a:extLst>
          </p:cNvPr>
          <p:cNvSpPr/>
          <p:nvPr/>
        </p:nvSpPr>
        <p:spPr>
          <a:xfrm>
            <a:off x="500166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26BA559A-EA98-FFB7-AB50-E82503E8A6C3}"/>
              </a:ext>
            </a:extLst>
          </p:cNvPr>
          <p:cNvSpPr/>
          <p:nvPr/>
        </p:nvSpPr>
        <p:spPr>
          <a:xfrm>
            <a:off x="1184314" y="2924977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CA318351-135C-C049-8D4B-FD088897733B}"/>
              </a:ext>
            </a:extLst>
          </p:cNvPr>
          <p:cNvSpPr/>
          <p:nvPr/>
        </p:nvSpPr>
        <p:spPr>
          <a:xfrm>
            <a:off x="172964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BE806624-D83F-1FE6-181E-0E01B3CC2FFF}"/>
              </a:ext>
            </a:extLst>
          </p:cNvPr>
          <p:cNvSpPr/>
          <p:nvPr/>
        </p:nvSpPr>
        <p:spPr>
          <a:xfrm>
            <a:off x="227498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D05D7243-C3CB-C51B-F75E-E544D0A03F6C}"/>
              </a:ext>
            </a:extLst>
          </p:cNvPr>
          <p:cNvSpPr/>
          <p:nvPr/>
        </p:nvSpPr>
        <p:spPr>
          <a:xfrm>
            <a:off x="282031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DD5A1FF-FF46-0EAC-3042-07A9359F8458}"/>
              </a:ext>
            </a:extLst>
          </p:cNvPr>
          <p:cNvSpPr/>
          <p:nvPr/>
        </p:nvSpPr>
        <p:spPr>
          <a:xfrm>
            <a:off x="336565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5C6BF1C-06F0-794F-032F-A1C48BA507A7}"/>
              </a:ext>
            </a:extLst>
          </p:cNvPr>
          <p:cNvSpPr/>
          <p:nvPr/>
        </p:nvSpPr>
        <p:spPr>
          <a:xfrm>
            <a:off x="391098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3963C166-9E72-4A03-0C41-0370B368886F}"/>
              </a:ext>
            </a:extLst>
          </p:cNvPr>
          <p:cNvSpPr/>
          <p:nvPr/>
        </p:nvSpPr>
        <p:spPr>
          <a:xfrm>
            <a:off x="445632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1A1715B2-0EC2-C0D9-3A27-6C93F2912E62}"/>
              </a:ext>
            </a:extLst>
          </p:cNvPr>
          <p:cNvSpPr/>
          <p:nvPr/>
        </p:nvSpPr>
        <p:spPr>
          <a:xfrm>
            <a:off x="500165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CB67F51-8532-1BE9-CD0C-7C679F2E1060}"/>
              </a:ext>
            </a:extLst>
          </p:cNvPr>
          <p:cNvSpPr txBox="1"/>
          <p:nvPr/>
        </p:nvSpPr>
        <p:spPr>
          <a:xfrm>
            <a:off x="5779217" y="224193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63CC9D5-450B-7589-EB7B-4EE4374B3E68}"/>
              </a:ext>
            </a:extLst>
          </p:cNvPr>
          <p:cNvSpPr txBox="1"/>
          <p:nvPr/>
        </p:nvSpPr>
        <p:spPr>
          <a:xfrm>
            <a:off x="5769802" y="3038903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8D888AC-FF6A-F476-C12F-EBEA2DBEA0CE}"/>
              </a:ext>
            </a:extLst>
          </p:cNvPr>
          <p:cNvSpPr txBox="1"/>
          <p:nvPr/>
        </p:nvSpPr>
        <p:spPr>
          <a:xfrm>
            <a:off x="1377109" y="1074144"/>
            <a:ext cx="1540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5+(-3)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66475A85-E2E9-9BDE-AAA3-471770FED56D}"/>
              </a:ext>
            </a:extLst>
          </p:cNvPr>
          <p:cNvSpPr/>
          <p:nvPr/>
        </p:nvSpPr>
        <p:spPr>
          <a:xfrm>
            <a:off x="118431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E4976FF9-73FD-07A3-A72B-6D53362E7D96}"/>
              </a:ext>
            </a:extLst>
          </p:cNvPr>
          <p:cNvSpPr/>
          <p:nvPr/>
        </p:nvSpPr>
        <p:spPr>
          <a:xfrm>
            <a:off x="172965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8378402-A5E0-7C95-B413-A7B61454C5A6}"/>
              </a:ext>
            </a:extLst>
          </p:cNvPr>
          <p:cNvSpPr/>
          <p:nvPr/>
        </p:nvSpPr>
        <p:spPr>
          <a:xfrm>
            <a:off x="227498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807F1E02-D2BE-CBA9-575C-26CF9AC3B9FB}"/>
              </a:ext>
            </a:extLst>
          </p:cNvPr>
          <p:cNvSpPr/>
          <p:nvPr/>
        </p:nvSpPr>
        <p:spPr>
          <a:xfrm>
            <a:off x="282032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D3100AD8-8F03-18A6-0922-CC7FB941D378}"/>
              </a:ext>
            </a:extLst>
          </p:cNvPr>
          <p:cNvSpPr/>
          <p:nvPr/>
        </p:nvSpPr>
        <p:spPr>
          <a:xfrm>
            <a:off x="336565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42A43FBE-7CF1-5C05-5B9C-A2619B328E43}"/>
              </a:ext>
            </a:extLst>
          </p:cNvPr>
          <p:cNvSpPr/>
          <p:nvPr/>
        </p:nvSpPr>
        <p:spPr>
          <a:xfrm>
            <a:off x="391099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41BE96A4-563E-271F-A491-F0FFCCBCC507}"/>
              </a:ext>
            </a:extLst>
          </p:cNvPr>
          <p:cNvSpPr/>
          <p:nvPr/>
        </p:nvSpPr>
        <p:spPr>
          <a:xfrm>
            <a:off x="445632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C9DC645E-9B2A-EFDA-0D7A-62EC6E595815}"/>
              </a:ext>
            </a:extLst>
          </p:cNvPr>
          <p:cNvSpPr/>
          <p:nvPr/>
        </p:nvSpPr>
        <p:spPr>
          <a:xfrm>
            <a:off x="500166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F1ED988-12FD-56A9-DF55-6C4C0895AC8D}"/>
              </a:ext>
            </a:extLst>
          </p:cNvPr>
          <p:cNvSpPr txBox="1"/>
          <p:nvPr/>
        </p:nvSpPr>
        <p:spPr>
          <a:xfrm>
            <a:off x="798641" y="3038903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3D16A987-F419-1009-A058-62F8E4218AD1}"/>
              </a:ext>
            </a:extLst>
          </p:cNvPr>
          <p:cNvCxnSpPr/>
          <p:nvPr/>
        </p:nvCxnSpPr>
        <p:spPr>
          <a:xfrm>
            <a:off x="319489" y="3729209"/>
            <a:ext cx="648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240AEDD-BD78-206F-B197-8D768C1CFDC7}"/>
              </a:ext>
            </a:extLst>
          </p:cNvPr>
          <p:cNvSpPr/>
          <p:nvPr/>
        </p:nvSpPr>
        <p:spPr>
          <a:xfrm>
            <a:off x="1167789" y="3890958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E9ECCA8-8B79-50AD-932A-FCF591FD1935}"/>
              </a:ext>
            </a:extLst>
          </p:cNvPr>
          <p:cNvSpPr/>
          <p:nvPr/>
        </p:nvSpPr>
        <p:spPr>
          <a:xfrm>
            <a:off x="171312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9D16196A-8D16-BD28-1521-4E14A26327CF}"/>
              </a:ext>
            </a:extLst>
          </p:cNvPr>
          <p:cNvSpPr/>
          <p:nvPr/>
        </p:nvSpPr>
        <p:spPr>
          <a:xfrm>
            <a:off x="225845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4EC6A4F2-6464-E1C3-25B6-2F67AA164B10}"/>
              </a:ext>
            </a:extLst>
          </p:cNvPr>
          <p:cNvSpPr/>
          <p:nvPr/>
        </p:nvSpPr>
        <p:spPr>
          <a:xfrm>
            <a:off x="280379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4911C285-9414-8944-881E-67A11E6419A2}"/>
              </a:ext>
            </a:extLst>
          </p:cNvPr>
          <p:cNvSpPr/>
          <p:nvPr/>
        </p:nvSpPr>
        <p:spPr>
          <a:xfrm>
            <a:off x="334912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D13451B5-7989-50C6-9CE2-9583ABC620FB}"/>
              </a:ext>
            </a:extLst>
          </p:cNvPr>
          <p:cNvSpPr/>
          <p:nvPr/>
        </p:nvSpPr>
        <p:spPr>
          <a:xfrm>
            <a:off x="389446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5309A-FC64-14D1-8CFF-F6A7ABEE2811}"/>
              </a:ext>
            </a:extLst>
          </p:cNvPr>
          <p:cNvSpPr/>
          <p:nvPr/>
        </p:nvSpPr>
        <p:spPr>
          <a:xfrm>
            <a:off x="443979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9100730B-636A-E4F8-DC4D-6DADE3E67D43}"/>
              </a:ext>
            </a:extLst>
          </p:cNvPr>
          <p:cNvSpPr/>
          <p:nvPr/>
        </p:nvSpPr>
        <p:spPr>
          <a:xfrm>
            <a:off x="498513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5A67777-882B-443F-4DB3-DC15B7A347DB}"/>
              </a:ext>
            </a:extLst>
          </p:cNvPr>
          <p:cNvSpPr txBox="1"/>
          <p:nvPr/>
        </p:nvSpPr>
        <p:spPr>
          <a:xfrm>
            <a:off x="5779217" y="401940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AB651348-5BA1-C093-C979-07EAFF05BCD7}"/>
              </a:ext>
            </a:extLst>
          </p:cNvPr>
          <p:cNvSpPr/>
          <p:nvPr/>
        </p:nvSpPr>
        <p:spPr>
          <a:xfrm>
            <a:off x="378450" y="390823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FDA2E5A-07F2-CCE1-0C91-C868A671496F}"/>
              </a:ext>
            </a:extLst>
          </p:cNvPr>
          <p:cNvSpPr txBox="1"/>
          <p:nvPr/>
        </p:nvSpPr>
        <p:spPr>
          <a:xfrm>
            <a:off x="251560" y="4521917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carry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41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D669CEF-74AA-F41F-C6EC-CA369449617D}"/>
              </a:ext>
            </a:extLst>
          </p:cNvPr>
          <p:cNvSpPr/>
          <p:nvPr/>
        </p:nvSpPr>
        <p:spPr>
          <a:xfrm>
            <a:off x="1184315" y="2135266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6E80D4-4514-1DC0-A9FE-ADAFC5335653}"/>
              </a:ext>
            </a:extLst>
          </p:cNvPr>
          <p:cNvSpPr/>
          <p:nvPr/>
        </p:nvSpPr>
        <p:spPr>
          <a:xfrm>
            <a:off x="172965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73C476-D275-37AC-7955-F398FE075088}"/>
              </a:ext>
            </a:extLst>
          </p:cNvPr>
          <p:cNvSpPr/>
          <p:nvPr/>
        </p:nvSpPr>
        <p:spPr>
          <a:xfrm>
            <a:off x="227498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F7B01-10BD-ECF9-1862-066FECC91DD8}"/>
              </a:ext>
            </a:extLst>
          </p:cNvPr>
          <p:cNvSpPr/>
          <p:nvPr/>
        </p:nvSpPr>
        <p:spPr>
          <a:xfrm>
            <a:off x="282032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B6B062-8EF2-ECAF-82D4-8C3D4AE3A60F}"/>
              </a:ext>
            </a:extLst>
          </p:cNvPr>
          <p:cNvSpPr/>
          <p:nvPr/>
        </p:nvSpPr>
        <p:spPr>
          <a:xfrm>
            <a:off x="336565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65ECD5-468B-903A-BFCC-D2960300580B}"/>
              </a:ext>
            </a:extLst>
          </p:cNvPr>
          <p:cNvSpPr/>
          <p:nvPr/>
        </p:nvSpPr>
        <p:spPr>
          <a:xfrm>
            <a:off x="391099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583B8-5BFF-800D-820E-FA787754AF50}"/>
              </a:ext>
            </a:extLst>
          </p:cNvPr>
          <p:cNvSpPr/>
          <p:nvPr/>
        </p:nvSpPr>
        <p:spPr>
          <a:xfrm>
            <a:off x="4456325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472F9-EA2F-3790-A6A7-ABAAF7BF563D}"/>
              </a:ext>
            </a:extLst>
          </p:cNvPr>
          <p:cNvSpPr/>
          <p:nvPr/>
        </p:nvSpPr>
        <p:spPr>
          <a:xfrm>
            <a:off x="5001660" y="2135266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475AFC-C4E2-3813-074B-CFC9EA4E7564}"/>
              </a:ext>
            </a:extLst>
          </p:cNvPr>
          <p:cNvSpPr/>
          <p:nvPr/>
        </p:nvSpPr>
        <p:spPr>
          <a:xfrm>
            <a:off x="1184314" y="2924977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81A9B8-34E9-442A-9232-536C532A87FC}"/>
              </a:ext>
            </a:extLst>
          </p:cNvPr>
          <p:cNvSpPr/>
          <p:nvPr/>
        </p:nvSpPr>
        <p:spPr>
          <a:xfrm>
            <a:off x="172964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B59A1C-F221-C49B-152E-F44580032DA6}"/>
              </a:ext>
            </a:extLst>
          </p:cNvPr>
          <p:cNvSpPr/>
          <p:nvPr/>
        </p:nvSpPr>
        <p:spPr>
          <a:xfrm>
            <a:off x="227498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4A664-F457-E98E-17A7-0C3ED3BD1E51}"/>
              </a:ext>
            </a:extLst>
          </p:cNvPr>
          <p:cNvSpPr/>
          <p:nvPr/>
        </p:nvSpPr>
        <p:spPr>
          <a:xfrm>
            <a:off x="282031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6ABE1-3D44-3FBD-F421-2B5C0D3585CB}"/>
              </a:ext>
            </a:extLst>
          </p:cNvPr>
          <p:cNvSpPr/>
          <p:nvPr/>
        </p:nvSpPr>
        <p:spPr>
          <a:xfrm>
            <a:off x="336565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68EBDC-33AD-DD06-E30B-80D564657367}"/>
              </a:ext>
            </a:extLst>
          </p:cNvPr>
          <p:cNvSpPr/>
          <p:nvPr/>
        </p:nvSpPr>
        <p:spPr>
          <a:xfrm>
            <a:off x="391098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F3F2EF-EEC9-56E4-E3BC-8A0C8AD17098}"/>
              </a:ext>
            </a:extLst>
          </p:cNvPr>
          <p:cNvSpPr/>
          <p:nvPr/>
        </p:nvSpPr>
        <p:spPr>
          <a:xfrm>
            <a:off x="4456324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0819BE-82FE-012B-6546-B05C19E7C96F}"/>
              </a:ext>
            </a:extLst>
          </p:cNvPr>
          <p:cNvSpPr/>
          <p:nvPr/>
        </p:nvSpPr>
        <p:spPr>
          <a:xfrm>
            <a:off x="5001659" y="2924977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E0DF-71EE-06E4-B715-9B7B8173881D}"/>
              </a:ext>
            </a:extLst>
          </p:cNvPr>
          <p:cNvSpPr txBox="1"/>
          <p:nvPr/>
        </p:nvSpPr>
        <p:spPr>
          <a:xfrm>
            <a:off x="5779217" y="2241931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2D187-D336-4E0C-A890-04E798191A35}"/>
              </a:ext>
            </a:extLst>
          </p:cNvPr>
          <p:cNvSpPr txBox="1"/>
          <p:nvPr/>
        </p:nvSpPr>
        <p:spPr>
          <a:xfrm>
            <a:off x="5769802" y="303890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127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E4105-DF6E-8787-136B-AEC73FE0ADED}"/>
              </a:ext>
            </a:extLst>
          </p:cNvPr>
          <p:cNvSpPr txBox="1"/>
          <p:nvPr/>
        </p:nvSpPr>
        <p:spPr>
          <a:xfrm>
            <a:off x="1377109" y="1074144"/>
            <a:ext cx="1540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5+(-3)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8E3E70-1ECE-AF00-DEA3-AC49696CA0FB}"/>
              </a:ext>
            </a:extLst>
          </p:cNvPr>
          <p:cNvSpPr/>
          <p:nvPr/>
        </p:nvSpPr>
        <p:spPr>
          <a:xfrm>
            <a:off x="118431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A14EEC-5965-8CD9-FDC9-8A5DE34B3438}"/>
              </a:ext>
            </a:extLst>
          </p:cNvPr>
          <p:cNvSpPr/>
          <p:nvPr/>
        </p:nvSpPr>
        <p:spPr>
          <a:xfrm>
            <a:off x="172965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2A1A01-D509-8DB2-D38A-455BF7C11AE0}"/>
              </a:ext>
            </a:extLst>
          </p:cNvPr>
          <p:cNvSpPr/>
          <p:nvPr/>
        </p:nvSpPr>
        <p:spPr>
          <a:xfrm>
            <a:off x="227498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2C48A2-60AA-94E1-A20C-71496B0442C6}"/>
              </a:ext>
            </a:extLst>
          </p:cNvPr>
          <p:cNvSpPr/>
          <p:nvPr/>
        </p:nvSpPr>
        <p:spPr>
          <a:xfrm>
            <a:off x="282032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597D49-3070-E906-33E0-4322129CB077}"/>
              </a:ext>
            </a:extLst>
          </p:cNvPr>
          <p:cNvSpPr/>
          <p:nvPr/>
        </p:nvSpPr>
        <p:spPr>
          <a:xfrm>
            <a:off x="336565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FE64A3-BB93-8C6A-2117-2A51DF4355FE}"/>
              </a:ext>
            </a:extLst>
          </p:cNvPr>
          <p:cNvSpPr/>
          <p:nvPr/>
        </p:nvSpPr>
        <p:spPr>
          <a:xfrm>
            <a:off x="391099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43B277-4686-CBCC-7057-68960C9EB18B}"/>
              </a:ext>
            </a:extLst>
          </p:cNvPr>
          <p:cNvSpPr/>
          <p:nvPr/>
        </p:nvSpPr>
        <p:spPr>
          <a:xfrm>
            <a:off x="4456325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31A1E6-D8A0-9EC6-476D-66338E226BC0}"/>
              </a:ext>
            </a:extLst>
          </p:cNvPr>
          <p:cNvSpPr/>
          <p:nvPr/>
        </p:nvSpPr>
        <p:spPr>
          <a:xfrm>
            <a:off x="5001660" y="1656032"/>
            <a:ext cx="545335" cy="627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9B3918-1857-E50C-23B0-69DDE30CB391}"/>
              </a:ext>
            </a:extLst>
          </p:cNvPr>
          <p:cNvSpPr txBox="1"/>
          <p:nvPr/>
        </p:nvSpPr>
        <p:spPr>
          <a:xfrm>
            <a:off x="635776" y="25574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+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9E4D1B0-A71A-0857-9748-CECBFE04ADED}"/>
              </a:ext>
            </a:extLst>
          </p:cNvPr>
          <p:cNvCxnSpPr/>
          <p:nvPr/>
        </p:nvCxnSpPr>
        <p:spPr>
          <a:xfrm>
            <a:off x="319489" y="3729209"/>
            <a:ext cx="6488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507C83-0AC2-E601-5FA1-FF09D079010F}"/>
              </a:ext>
            </a:extLst>
          </p:cNvPr>
          <p:cNvSpPr/>
          <p:nvPr/>
        </p:nvSpPr>
        <p:spPr>
          <a:xfrm>
            <a:off x="1167789" y="3890958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76D8B0-3906-EDAC-1A3F-66BC64ECBE14}"/>
              </a:ext>
            </a:extLst>
          </p:cNvPr>
          <p:cNvSpPr/>
          <p:nvPr/>
        </p:nvSpPr>
        <p:spPr>
          <a:xfrm>
            <a:off x="171312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9EDBC4-7709-CCF9-7EB8-390024B3B653}"/>
              </a:ext>
            </a:extLst>
          </p:cNvPr>
          <p:cNvSpPr/>
          <p:nvPr/>
        </p:nvSpPr>
        <p:spPr>
          <a:xfrm>
            <a:off x="225845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BA601FD-BFE6-82EB-404F-1E06401F8B21}"/>
              </a:ext>
            </a:extLst>
          </p:cNvPr>
          <p:cNvSpPr/>
          <p:nvPr/>
        </p:nvSpPr>
        <p:spPr>
          <a:xfrm>
            <a:off x="280379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01F801A-3714-22F7-3B39-C2CD7AB68625}"/>
              </a:ext>
            </a:extLst>
          </p:cNvPr>
          <p:cNvSpPr/>
          <p:nvPr/>
        </p:nvSpPr>
        <p:spPr>
          <a:xfrm>
            <a:off x="334912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950948-61CF-6801-FB08-E9D5491F1448}"/>
              </a:ext>
            </a:extLst>
          </p:cNvPr>
          <p:cNvSpPr/>
          <p:nvPr/>
        </p:nvSpPr>
        <p:spPr>
          <a:xfrm>
            <a:off x="389446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EFFA3D-1040-6B01-34F1-1647832EFDAB}"/>
              </a:ext>
            </a:extLst>
          </p:cNvPr>
          <p:cNvSpPr/>
          <p:nvPr/>
        </p:nvSpPr>
        <p:spPr>
          <a:xfrm>
            <a:off x="4439799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79C12A-C986-8BF3-0386-01669E9E9C43}"/>
              </a:ext>
            </a:extLst>
          </p:cNvPr>
          <p:cNvSpPr/>
          <p:nvPr/>
        </p:nvSpPr>
        <p:spPr>
          <a:xfrm>
            <a:off x="4985134" y="389095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E092C6-14A7-E9AA-DB40-D1AE9F96A7A0}"/>
              </a:ext>
            </a:extLst>
          </p:cNvPr>
          <p:cNvSpPr txBox="1"/>
          <p:nvPr/>
        </p:nvSpPr>
        <p:spPr>
          <a:xfrm>
            <a:off x="5628738" y="404343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-128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114A4-6F77-01BF-D701-7570448261C7}"/>
              </a:ext>
            </a:extLst>
          </p:cNvPr>
          <p:cNvSpPr txBox="1"/>
          <p:nvPr/>
        </p:nvSpPr>
        <p:spPr>
          <a:xfrm>
            <a:off x="7735678" y="325253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5-3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2F57B-94CB-04F0-6CB0-3713F46BD6B4}"/>
              </a:ext>
            </a:extLst>
          </p:cNvPr>
          <p:cNvSpPr txBox="1"/>
          <p:nvPr/>
        </p:nvSpPr>
        <p:spPr>
          <a:xfrm>
            <a:off x="7735677" y="93493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5+(-3)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91FB4-9743-1B69-488B-3B17CBD2711C}"/>
              </a:ext>
            </a:extLst>
          </p:cNvPr>
          <p:cNvSpPr txBox="1"/>
          <p:nvPr/>
        </p:nvSpPr>
        <p:spPr>
          <a:xfrm>
            <a:off x="7735677" y="161046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9 = x+3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9658B-50A8-7C8E-ECD8-EBDD13487D17}"/>
              </a:ext>
            </a:extLst>
          </p:cNvPr>
          <p:cNvSpPr txBox="1"/>
          <p:nvPr/>
        </p:nvSpPr>
        <p:spPr>
          <a:xfrm>
            <a:off x="7701201" y="2361112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5+6 =&gt; </a:t>
            </a:r>
            <a:r>
              <a:rPr lang="en-US" altLang="ko-KR" sz="200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1+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1=&gt; </a:t>
            </a:r>
            <a:r>
              <a:rPr lang="en-US" altLang="ko-KR" sz="2000">
                <a:latin typeface="Consolas" panose="020B0609020204030204" pitchFamily="49" charset="0"/>
              </a:rPr>
              <a:t>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28F954-3EB2-2B65-5D04-8188502EFD56}"/>
              </a:ext>
            </a:extLst>
          </p:cNvPr>
          <p:cNvSpPr txBox="1"/>
          <p:nvPr/>
        </p:nvSpPr>
        <p:spPr>
          <a:xfrm>
            <a:off x="8780984" y="325253"/>
            <a:ext cx="2428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(n)</a:t>
            </a:r>
            <a:r>
              <a:rPr lang="ko-KR" altLang="en-US" sz="2000">
                <a:latin typeface="Consolas" panose="020B0609020204030204" pitchFamily="49" charset="0"/>
              </a:rPr>
              <a:t>의 보수화 방식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CF4640A-8BD7-940B-BC84-342C3E434592}"/>
              </a:ext>
            </a:extLst>
          </p:cNvPr>
          <p:cNvSpPr/>
          <p:nvPr/>
        </p:nvSpPr>
        <p:spPr>
          <a:xfrm>
            <a:off x="1155724" y="4651364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F91CC2F-334E-0A6E-D252-0AB6A6B5649F}"/>
              </a:ext>
            </a:extLst>
          </p:cNvPr>
          <p:cNvSpPr/>
          <p:nvPr/>
        </p:nvSpPr>
        <p:spPr>
          <a:xfrm>
            <a:off x="1701059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F0479B9-0176-F0FA-607D-67DD24B7C152}"/>
              </a:ext>
            </a:extLst>
          </p:cNvPr>
          <p:cNvSpPr/>
          <p:nvPr/>
        </p:nvSpPr>
        <p:spPr>
          <a:xfrm>
            <a:off x="2246394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C479293-748E-A110-8452-36111FD8DA0A}"/>
              </a:ext>
            </a:extLst>
          </p:cNvPr>
          <p:cNvSpPr/>
          <p:nvPr/>
        </p:nvSpPr>
        <p:spPr>
          <a:xfrm>
            <a:off x="2791729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93DB1EE-2BF7-7208-3B52-C668E24E19AD}"/>
              </a:ext>
            </a:extLst>
          </p:cNvPr>
          <p:cNvSpPr/>
          <p:nvPr/>
        </p:nvSpPr>
        <p:spPr>
          <a:xfrm>
            <a:off x="3337064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CB5750B-6287-76FD-A9AC-6605DA3E3B75}"/>
              </a:ext>
            </a:extLst>
          </p:cNvPr>
          <p:cNvSpPr/>
          <p:nvPr/>
        </p:nvSpPr>
        <p:spPr>
          <a:xfrm>
            <a:off x="3882399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22F9629-CAB2-4251-4F94-8FA07F495564}"/>
              </a:ext>
            </a:extLst>
          </p:cNvPr>
          <p:cNvSpPr/>
          <p:nvPr/>
        </p:nvSpPr>
        <p:spPr>
          <a:xfrm>
            <a:off x="4427734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9EA2EEF-C3E0-EDB1-620D-572887B26318}"/>
              </a:ext>
            </a:extLst>
          </p:cNvPr>
          <p:cNvSpPr/>
          <p:nvPr/>
        </p:nvSpPr>
        <p:spPr>
          <a:xfrm>
            <a:off x="4973069" y="465136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6ED8F7-AD18-B7BB-AA7B-B99942DE9835}"/>
              </a:ext>
            </a:extLst>
          </p:cNvPr>
          <p:cNvSpPr txBox="1"/>
          <p:nvPr/>
        </p:nvSpPr>
        <p:spPr>
          <a:xfrm>
            <a:off x="5740659" y="476529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B6D764-24F9-32BE-A34F-40C60FC9CF57}"/>
              </a:ext>
            </a:extLst>
          </p:cNvPr>
          <p:cNvSpPr txBox="1"/>
          <p:nvPr/>
        </p:nvSpPr>
        <p:spPr>
          <a:xfrm>
            <a:off x="635776" y="445130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22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BE479EF-65B3-AE1E-5A22-92A7BE0C6A00}"/>
              </a:ext>
            </a:extLst>
          </p:cNvPr>
          <p:cNvSpPr/>
          <p:nvPr/>
        </p:nvSpPr>
        <p:spPr>
          <a:xfrm>
            <a:off x="324160" y="1001038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173B29-DFC2-B107-0EAC-1368ED66B3F4}"/>
              </a:ext>
            </a:extLst>
          </p:cNvPr>
          <p:cNvSpPr/>
          <p:nvPr/>
        </p:nvSpPr>
        <p:spPr>
          <a:xfrm>
            <a:off x="869495" y="100103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46EBEB-3850-55E4-0F36-279A295F3AA6}"/>
              </a:ext>
            </a:extLst>
          </p:cNvPr>
          <p:cNvSpPr/>
          <p:nvPr/>
        </p:nvSpPr>
        <p:spPr>
          <a:xfrm>
            <a:off x="1414830" y="100103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A80BC5-5242-CC7D-8832-F9C08B1C4CD4}"/>
              </a:ext>
            </a:extLst>
          </p:cNvPr>
          <p:cNvSpPr/>
          <p:nvPr/>
        </p:nvSpPr>
        <p:spPr>
          <a:xfrm>
            <a:off x="1955494" y="100103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4CEE9C-1791-4E38-4F7A-85A36A8A0E70}"/>
              </a:ext>
            </a:extLst>
          </p:cNvPr>
          <p:cNvSpPr/>
          <p:nvPr/>
        </p:nvSpPr>
        <p:spPr>
          <a:xfrm>
            <a:off x="2505500" y="1001038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EBEEF5-38B3-4F01-5FF6-59B6361638CA}"/>
              </a:ext>
            </a:extLst>
          </p:cNvPr>
          <p:cNvSpPr/>
          <p:nvPr/>
        </p:nvSpPr>
        <p:spPr>
          <a:xfrm>
            <a:off x="3050835" y="1001038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5BB4F9-10EA-DE15-E231-687B0C07FF1B}"/>
              </a:ext>
            </a:extLst>
          </p:cNvPr>
          <p:cNvSpPr/>
          <p:nvPr/>
        </p:nvSpPr>
        <p:spPr>
          <a:xfrm>
            <a:off x="3596170" y="1001038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95430F-A586-F1E2-F729-17F60C4701A3}"/>
              </a:ext>
            </a:extLst>
          </p:cNvPr>
          <p:cNvSpPr/>
          <p:nvPr/>
        </p:nvSpPr>
        <p:spPr>
          <a:xfrm>
            <a:off x="4141505" y="1001038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1D316C-E5DE-1AC2-80D5-7B7CC600FD5B}"/>
              </a:ext>
            </a:extLst>
          </p:cNvPr>
          <p:cNvSpPr/>
          <p:nvPr/>
        </p:nvSpPr>
        <p:spPr>
          <a:xfrm>
            <a:off x="324160" y="2569684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8A40B3-2ED7-E218-52B4-0782115289FA}"/>
              </a:ext>
            </a:extLst>
          </p:cNvPr>
          <p:cNvSpPr/>
          <p:nvPr/>
        </p:nvSpPr>
        <p:spPr>
          <a:xfrm>
            <a:off x="869495" y="256968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17B8DE-C8D1-03C1-934C-F4254FD1A1A9}"/>
              </a:ext>
            </a:extLst>
          </p:cNvPr>
          <p:cNvSpPr/>
          <p:nvPr/>
        </p:nvSpPr>
        <p:spPr>
          <a:xfrm>
            <a:off x="1414830" y="256968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2EF948-F798-A19E-5D63-194FB168FE1F}"/>
              </a:ext>
            </a:extLst>
          </p:cNvPr>
          <p:cNvSpPr/>
          <p:nvPr/>
        </p:nvSpPr>
        <p:spPr>
          <a:xfrm>
            <a:off x="1960165" y="256968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AD9DBB-4A6F-E5B5-898A-043F6D956D29}"/>
              </a:ext>
            </a:extLst>
          </p:cNvPr>
          <p:cNvSpPr/>
          <p:nvPr/>
        </p:nvSpPr>
        <p:spPr>
          <a:xfrm>
            <a:off x="2505500" y="256968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48B6B7-C73D-8363-18AE-7DD8A7F3AFAF}"/>
              </a:ext>
            </a:extLst>
          </p:cNvPr>
          <p:cNvSpPr/>
          <p:nvPr/>
        </p:nvSpPr>
        <p:spPr>
          <a:xfrm>
            <a:off x="3050835" y="256968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2FEFDA-F188-2EB8-1E35-1614084C50E9}"/>
              </a:ext>
            </a:extLst>
          </p:cNvPr>
          <p:cNvSpPr/>
          <p:nvPr/>
        </p:nvSpPr>
        <p:spPr>
          <a:xfrm>
            <a:off x="3596170" y="256968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83723AF-8C92-40EA-4679-B575A09C87FF}"/>
              </a:ext>
            </a:extLst>
          </p:cNvPr>
          <p:cNvSpPr/>
          <p:nvPr/>
        </p:nvSpPr>
        <p:spPr>
          <a:xfrm>
            <a:off x="4141505" y="256968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7EADD1E-0381-9EC4-B32B-F99E8D742B7A}"/>
              </a:ext>
            </a:extLst>
          </p:cNvPr>
          <p:cNvGrpSpPr/>
          <p:nvPr/>
        </p:nvGrpSpPr>
        <p:grpSpPr>
          <a:xfrm>
            <a:off x="4311712" y="1625359"/>
            <a:ext cx="233078" cy="934428"/>
            <a:chOff x="10575356" y="1656032"/>
            <a:chExt cx="408948" cy="1639508"/>
          </a:xfrm>
        </p:grpSpPr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488C37AB-C273-D9D9-BA50-EEADF03D8D19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C890E-8258-C3F9-5709-83DAFB316664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34B1432-F49C-E74F-893F-48E37DB58E51}"/>
                </a:ext>
              </a:extLst>
            </p:cNvPr>
            <p:cNvCxnSpPr>
              <a:stCxn id="22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55E165D7-1C72-1756-8EDF-EA846557F162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2FAE3F2-36A4-F3F4-B611-2AB6FFF789C2}"/>
              </a:ext>
            </a:extLst>
          </p:cNvPr>
          <p:cNvGrpSpPr/>
          <p:nvPr/>
        </p:nvGrpSpPr>
        <p:grpSpPr>
          <a:xfrm>
            <a:off x="3764364" y="1625359"/>
            <a:ext cx="233078" cy="934428"/>
            <a:chOff x="10575356" y="1656032"/>
            <a:chExt cx="408948" cy="1639508"/>
          </a:xfrm>
        </p:grpSpPr>
        <p:sp>
          <p:nvSpPr>
            <p:cNvPr id="27" name="이등변 삼각형 26">
              <a:extLst>
                <a:ext uri="{FF2B5EF4-FFF2-40B4-BE49-F238E27FC236}">
                  <a16:creationId xmlns:a16="http://schemas.microsoft.com/office/drawing/2014/main" id="{8456771A-B730-17F0-6F8C-3F789B8395F8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E7F8116-F4E5-0F82-1614-ED8DBF6C85E1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84B4C98-F7A2-38A7-3B24-F3B3EF9BCB43}"/>
                </a:ext>
              </a:extLst>
            </p:cNvPr>
            <p:cNvCxnSpPr>
              <a:stCxn id="27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15D691A9-21C9-2D66-90FC-054A44A767CE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FAB262B-E722-D2AE-601D-0FEA7FA2D107}"/>
              </a:ext>
            </a:extLst>
          </p:cNvPr>
          <p:cNvGrpSpPr/>
          <p:nvPr/>
        </p:nvGrpSpPr>
        <p:grpSpPr>
          <a:xfrm>
            <a:off x="3217018" y="1625359"/>
            <a:ext cx="233078" cy="934428"/>
            <a:chOff x="10575356" y="1656032"/>
            <a:chExt cx="408948" cy="1639508"/>
          </a:xfrm>
        </p:grpSpPr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FCC0DEEA-B083-C1ED-C323-3F16C9CD4526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7531DD5B-E71F-2478-D878-D41644E987E6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F36FC690-61F1-8B57-0A23-BD52D8399DC1}"/>
                </a:ext>
              </a:extLst>
            </p:cNvPr>
            <p:cNvCxnSpPr>
              <a:stCxn id="32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01C31DE-E5F5-E455-6517-EDE599287063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ADDA0C9-CA0B-A879-FF7D-5D34894E7FF2}"/>
              </a:ext>
            </a:extLst>
          </p:cNvPr>
          <p:cNvGrpSpPr/>
          <p:nvPr/>
        </p:nvGrpSpPr>
        <p:grpSpPr>
          <a:xfrm>
            <a:off x="2669672" y="1625359"/>
            <a:ext cx="233078" cy="934428"/>
            <a:chOff x="10575356" y="1656032"/>
            <a:chExt cx="408948" cy="1639508"/>
          </a:xfrm>
        </p:grpSpPr>
        <p:sp>
          <p:nvSpPr>
            <p:cNvPr id="37" name="이등변 삼각형 36">
              <a:extLst>
                <a:ext uri="{FF2B5EF4-FFF2-40B4-BE49-F238E27FC236}">
                  <a16:creationId xmlns:a16="http://schemas.microsoft.com/office/drawing/2014/main" id="{8C62628B-AA49-A471-71BF-0EEFD05CF68F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CE7C9C3-2ED3-9828-6C80-2944AA739651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2547EABE-E934-FE6B-A3A3-6CBA3A748234}"/>
                </a:ext>
              </a:extLst>
            </p:cNvPr>
            <p:cNvCxnSpPr>
              <a:stCxn id="37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231DC5B6-DB83-3C55-92D6-15A7192F82D3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416E42B-3DB9-16EC-54B2-66F07FA923DA}"/>
              </a:ext>
            </a:extLst>
          </p:cNvPr>
          <p:cNvGrpSpPr/>
          <p:nvPr/>
        </p:nvGrpSpPr>
        <p:grpSpPr>
          <a:xfrm>
            <a:off x="2122326" y="1625359"/>
            <a:ext cx="233078" cy="934428"/>
            <a:chOff x="10575356" y="1656032"/>
            <a:chExt cx="408948" cy="1639508"/>
          </a:xfrm>
        </p:grpSpPr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371E5C44-5008-21DA-DA6D-719D34D0AB83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BD6EB97-98E3-DCD6-1D14-8FC9BD887730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D7D6AF53-0B26-3B6F-8C84-C31EE17B8138}"/>
                </a:ext>
              </a:extLst>
            </p:cNvPr>
            <p:cNvCxnSpPr>
              <a:stCxn id="42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5743A18-72EE-F8A4-CF18-AE58032ABCCA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64DED29-69EF-41B6-6C33-3C62DEAD0AAF}"/>
              </a:ext>
            </a:extLst>
          </p:cNvPr>
          <p:cNvGrpSpPr/>
          <p:nvPr/>
        </p:nvGrpSpPr>
        <p:grpSpPr>
          <a:xfrm>
            <a:off x="1574980" y="1625359"/>
            <a:ext cx="233078" cy="934428"/>
            <a:chOff x="10575356" y="1656032"/>
            <a:chExt cx="408948" cy="1639508"/>
          </a:xfrm>
        </p:grpSpPr>
        <p:sp>
          <p:nvSpPr>
            <p:cNvPr id="47" name="이등변 삼각형 46">
              <a:extLst>
                <a:ext uri="{FF2B5EF4-FFF2-40B4-BE49-F238E27FC236}">
                  <a16:creationId xmlns:a16="http://schemas.microsoft.com/office/drawing/2014/main" id="{E9AC57CF-B0B5-F8AE-673F-52258313932B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6FF22ACF-E678-EC2C-502A-D519B0CF5934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2E425AF6-0202-492C-E722-B0C403480852}"/>
                </a:ext>
              </a:extLst>
            </p:cNvPr>
            <p:cNvCxnSpPr>
              <a:stCxn id="47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736A268-3B45-5828-348B-48547CD9C471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99D84E2-9ECF-581C-5AD4-A44395506C9E}"/>
              </a:ext>
            </a:extLst>
          </p:cNvPr>
          <p:cNvGrpSpPr/>
          <p:nvPr/>
        </p:nvGrpSpPr>
        <p:grpSpPr>
          <a:xfrm>
            <a:off x="1027634" y="1625359"/>
            <a:ext cx="233078" cy="934428"/>
            <a:chOff x="10575356" y="1656032"/>
            <a:chExt cx="408948" cy="1639508"/>
          </a:xfrm>
        </p:grpSpPr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E211A759-2857-DA17-AE31-CB0C2DBB4ABD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E325862-C9D1-5BF4-D0CC-9A94CBF8DF81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324CEAB5-84F3-76BE-0EAC-9771D6ABF499}"/>
                </a:ext>
              </a:extLst>
            </p:cNvPr>
            <p:cNvCxnSpPr>
              <a:stCxn id="52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898E9ABF-A5AE-1DE7-4835-61A3C58381A9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99543C5-9537-D577-DE3E-08CD3755505A}"/>
              </a:ext>
            </a:extLst>
          </p:cNvPr>
          <p:cNvGrpSpPr/>
          <p:nvPr/>
        </p:nvGrpSpPr>
        <p:grpSpPr>
          <a:xfrm>
            <a:off x="480288" y="1625359"/>
            <a:ext cx="233078" cy="934428"/>
            <a:chOff x="10575356" y="1656032"/>
            <a:chExt cx="408948" cy="1639508"/>
          </a:xfrm>
        </p:grpSpPr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000EBA96-6124-65AB-711C-54C9FE911D10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BF5E8A81-6504-286F-68D7-12CB7E8296A8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9635FBAE-9895-A11C-29C9-0D8696805255}"/>
                </a:ext>
              </a:extLst>
            </p:cNvPr>
            <p:cNvCxnSpPr>
              <a:stCxn id="57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042004B-0D7C-3DEE-4AD7-E2AEE1876B56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5CFF85B-DCC4-C8E0-2E99-7905C3EDC5F5}"/>
              </a:ext>
            </a:extLst>
          </p:cNvPr>
          <p:cNvSpPr/>
          <p:nvPr/>
        </p:nvSpPr>
        <p:spPr>
          <a:xfrm>
            <a:off x="324160" y="3302305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E786E14-11C9-B5C1-826A-315F05FC5359}"/>
              </a:ext>
            </a:extLst>
          </p:cNvPr>
          <p:cNvSpPr/>
          <p:nvPr/>
        </p:nvSpPr>
        <p:spPr>
          <a:xfrm>
            <a:off x="869495" y="330230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01C6696-70F2-5629-32E6-A5D9DA9BA0CD}"/>
              </a:ext>
            </a:extLst>
          </p:cNvPr>
          <p:cNvSpPr/>
          <p:nvPr/>
        </p:nvSpPr>
        <p:spPr>
          <a:xfrm>
            <a:off x="1414830" y="330230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47C9016-DB1E-AB4F-7BCC-435E6DFA128B}"/>
              </a:ext>
            </a:extLst>
          </p:cNvPr>
          <p:cNvSpPr/>
          <p:nvPr/>
        </p:nvSpPr>
        <p:spPr>
          <a:xfrm>
            <a:off x="1960165" y="330230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5F62FB6-3008-DC94-E498-21B25A55B3A9}"/>
              </a:ext>
            </a:extLst>
          </p:cNvPr>
          <p:cNvSpPr/>
          <p:nvPr/>
        </p:nvSpPr>
        <p:spPr>
          <a:xfrm>
            <a:off x="2505500" y="3302305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4AF352C-2920-13A6-35CB-DA9B79C5DDC1}"/>
              </a:ext>
            </a:extLst>
          </p:cNvPr>
          <p:cNvSpPr/>
          <p:nvPr/>
        </p:nvSpPr>
        <p:spPr>
          <a:xfrm>
            <a:off x="3050835" y="3302305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27CB452-FEF2-937C-B32B-1548D59FC583}"/>
              </a:ext>
            </a:extLst>
          </p:cNvPr>
          <p:cNvSpPr/>
          <p:nvPr/>
        </p:nvSpPr>
        <p:spPr>
          <a:xfrm>
            <a:off x="3596170" y="3302305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16930E5-3F91-5D2A-5809-75D3333B68C6}"/>
              </a:ext>
            </a:extLst>
          </p:cNvPr>
          <p:cNvSpPr/>
          <p:nvPr/>
        </p:nvSpPr>
        <p:spPr>
          <a:xfrm>
            <a:off x="4141505" y="3302305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ADF67F-5CD2-FCEF-30C8-C8D152A1BBDE}"/>
              </a:ext>
            </a:extLst>
          </p:cNvPr>
          <p:cNvSpPr txBox="1"/>
          <p:nvPr/>
        </p:nvSpPr>
        <p:spPr>
          <a:xfrm>
            <a:off x="4935588" y="111496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1DF5CC-C5BA-AF6A-A5FB-A448AFD0BD52}"/>
              </a:ext>
            </a:extLst>
          </p:cNvPr>
          <p:cNvSpPr txBox="1"/>
          <p:nvPr/>
        </p:nvSpPr>
        <p:spPr>
          <a:xfrm>
            <a:off x="2657310" y="88713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E1E1CE-5A70-AAD4-1F20-0136ED83A068}"/>
              </a:ext>
            </a:extLst>
          </p:cNvPr>
          <p:cNvSpPr txBox="1"/>
          <p:nvPr/>
        </p:nvSpPr>
        <p:spPr>
          <a:xfrm>
            <a:off x="4935588" y="3416231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03A9A3C-A2FF-5E67-559B-2EBDAA0E77E4}"/>
              </a:ext>
            </a:extLst>
          </p:cNvPr>
          <p:cNvSpPr/>
          <p:nvPr/>
        </p:nvSpPr>
        <p:spPr>
          <a:xfrm>
            <a:off x="6096000" y="1001038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E9D684F-B315-B4BD-5A1D-0D605AB4CA22}"/>
              </a:ext>
            </a:extLst>
          </p:cNvPr>
          <p:cNvSpPr/>
          <p:nvPr/>
        </p:nvSpPr>
        <p:spPr>
          <a:xfrm>
            <a:off x="6641335" y="100103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F5592F7-36D4-EB13-9D8C-9EA69EE34892}"/>
              </a:ext>
            </a:extLst>
          </p:cNvPr>
          <p:cNvSpPr/>
          <p:nvPr/>
        </p:nvSpPr>
        <p:spPr>
          <a:xfrm>
            <a:off x="7186670" y="100103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DA4FF93-9965-244B-8E6F-026631687A7F}"/>
              </a:ext>
            </a:extLst>
          </p:cNvPr>
          <p:cNvSpPr/>
          <p:nvPr/>
        </p:nvSpPr>
        <p:spPr>
          <a:xfrm>
            <a:off x="7727334" y="100103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49FDBF3-7279-7168-D354-F7EF566875A9}"/>
              </a:ext>
            </a:extLst>
          </p:cNvPr>
          <p:cNvSpPr/>
          <p:nvPr/>
        </p:nvSpPr>
        <p:spPr>
          <a:xfrm>
            <a:off x="8277340" y="1001038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00A9B3A-D265-1E28-79F0-DDC583A29DB0}"/>
              </a:ext>
            </a:extLst>
          </p:cNvPr>
          <p:cNvSpPr/>
          <p:nvPr/>
        </p:nvSpPr>
        <p:spPr>
          <a:xfrm>
            <a:off x="8822675" y="1001038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4C76BCD-A2DB-FF62-7B45-118E6D77EB54}"/>
              </a:ext>
            </a:extLst>
          </p:cNvPr>
          <p:cNvSpPr/>
          <p:nvPr/>
        </p:nvSpPr>
        <p:spPr>
          <a:xfrm>
            <a:off x="9368010" y="1001038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590C695-005D-C02F-E317-7321BAF92558}"/>
              </a:ext>
            </a:extLst>
          </p:cNvPr>
          <p:cNvSpPr/>
          <p:nvPr/>
        </p:nvSpPr>
        <p:spPr>
          <a:xfrm>
            <a:off x="9913345" y="1001038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A619F702-5CC9-EA56-4788-3091AA0F9F81}"/>
              </a:ext>
            </a:extLst>
          </p:cNvPr>
          <p:cNvGrpSpPr/>
          <p:nvPr/>
        </p:nvGrpSpPr>
        <p:grpSpPr>
          <a:xfrm>
            <a:off x="7894166" y="1625359"/>
            <a:ext cx="233078" cy="934428"/>
            <a:chOff x="10575356" y="1656032"/>
            <a:chExt cx="408948" cy="1639508"/>
          </a:xfrm>
        </p:grpSpPr>
        <p:sp>
          <p:nvSpPr>
            <p:cNvPr id="109" name="이등변 삼각형 108">
              <a:extLst>
                <a:ext uri="{FF2B5EF4-FFF2-40B4-BE49-F238E27FC236}">
                  <a16:creationId xmlns:a16="http://schemas.microsoft.com/office/drawing/2014/main" id="{0048303E-B6C8-711E-A0BD-7AB109CC488A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5D105528-6DB7-AD9F-ED19-8A69B697FD5B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4FCE90CE-401F-1BF4-6DCB-865564F7F737}"/>
                </a:ext>
              </a:extLst>
            </p:cNvPr>
            <p:cNvCxnSpPr>
              <a:stCxn id="10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B53615B5-96DD-ACB8-0CC4-6A29F9C2D527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D38C585D-E9AA-848B-B33E-93A2C07816B3}"/>
              </a:ext>
            </a:extLst>
          </p:cNvPr>
          <p:cNvGrpSpPr/>
          <p:nvPr/>
        </p:nvGrpSpPr>
        <p:grpSpPr>
          <a:xfrm>
            <a:off x="7346820" y="1625359"/>
            <a:ext cx="233078" cy="934428"/>
            <a:chOff x="10575356" y="1656032"/>
            <a:chExt cx="408948" cy="1639508"/>
          </a:xfrm>
        </p:grpSpPr>
        <p:sp>
          <p:nvSpPr>
            <p:cNvPr id="114" name="이등변 삼각형 113">
              <a:extLst>
                <a:ext uri="{FF2B5EF4-FFF2-40B4-BE49-F238E27FC236}">
                  <a16:creationId xmlns:a16="http://schemas.microsoft.com/office/drawing/2014/main" id="{F4745855-2FEA-3BBC-B1E0-64504933238E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446A8807-655F-60A6-24E7-F7D394648C34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4DCC5F0E-B734-5865-5829-5ED15A09C3E9}"/>
                </a:ext>
              </a:extLst>
            </p:cNvPr>
            <p:cNvCxnSpPr>
              <a:stCxn id="11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2808EF36-B95B-FBF0-3C34-1D53AFBBE85B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3EB1A6A-8C23-E083-68C7-A987E5028933}"/>
              </a:ext>
            </a:extLst>
          </p:cNvPr>
          <p:cNvGrpSpPr/>
          <p:nvPr/>
        </p:nvGrpSpPr>
        <p:grpSpPr>
          <a:xfrm>
            <a:off x="6799474" y="1625359"/>
            <a:ext cx="233078" cy="934428"/>
            <a:chOff x="10575356" y="1656032"/>
            <a:chExt cx="408948" cy="1639508"/>
          </a:xfrm>
        </p:grpSpPr>
        <p:sp>
          <p:nvSpPr>
            <p:cNvPr id="119" name="이등변 삼각형 118">
              <a:extLst>
                <a:ext uri="{FF2B5EF4-FFF2-40B4-BE49-F238E27FC236}">
                  <a16:creationId xmlns:a16="http://schemas.microsoft.com/office/drawing/2014/main" id="{FF1A2B13-1D75-28BB-E53A-5A76576A6978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45B2283A-A743-C950-E33D-45FB39EE60E2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D2271082-9881-F58C-EDE3-4BB30B554B5D}"/>
                </a:ext>
              </a:extLst>
            </p:cNvPr>
            <p:cNvCxnSpPr>
              <a:stCxn id="119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507190B6-CC6E-D20C-D617-716F8FBF21AB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786C9795-847C-610C-82D8-9A451AC1588C}"/>
              </a:ext>
            </a:extLst>
          </p:cNvPr>
          <p:cNvGrpSpPr/>
          <p:nvPr/>
        </p:nvGrpSpPr>
        <p:grpSpPr>
          <a:xfrm>
            <a:off x="6252128" y="1625359"/>
            <a:ext cx="233078" cy="934428"/>
            <a:chOff x="10575356" y="1656032"/>
            <a:chExt cx="408948" cy="1639508"/>
          </a:xfrm>
        </p:grpSpPr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172F526A-E284-752A-2952-F1C7F15AF762}"/>
                </a:ext>
              </a:extLst>
            </p:cNvPr>
            <p:cNvSpPr/>
            <p:nvPr/>
          </p:nvSpPr>
          <p:spPr>
            <a:xfrm rot="10800000">
              <a:off x="10575356" y="2241931"/>
              <a:ext cx="408948" cy="35254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53553BB1-8550-D964-1D5D-65BEE5C40B07}"/>
                </a:ext>
              </a:extLst>
            </p:cNvPr>
            <p:cNvSpPr/>
            <p:nvPr/>
          </p:nvSpPr>
          <p:spPr>
            <a:xfrm>
              <a:off x="10720240" y="2590460"/>
              <a:ext cx="119181" cy="1191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2B905D75-C6FE-1FC9-007F-A81824D90FDB}"/>
                </a:ext>
              </a:extLst>
            </p:cNvPr>
            <p:cNvCxnSpPr>
              <a:stCxn id="124" idx="3"/>
            </p:cNvCxnSpPr>
            <p:nvPr/>
          </p:nvCxnSpPr>
          <p:spPr>
            <a:xfrm flipV="1">
              <a:off x="10779830" y="1656032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91FD7EDC-EDFF-CB12-9FCB-69A5D3D0EA6C}"/>
                </a:ext>
              </a:extLst>
            </p:cNvPr>
            <p:cNvCxnSpPr/>
            <p:nvPr/>
          </p:nvCxnSpPr>
          <p:spPr>
            <a:xfrm flipV="1">
              <a:off x="10779830" y="2709641"/>
              <a:ext cx="0" cy="5858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936751B9-30A3-847F-43C0-14E67EC72199}"/>
              </a:ext>
            </a:extLst>
          </p:cNvPr>
          <p:cNvSpPr/>
          <p:nvPr/>
        </p:nvSpPr>
        <p:spPr>
          <a:xfrm>
            <a:off x="6096000" y="2553160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1CC10A0A-949E-8BCB-B35F-A564979ACD8B}"/>
              </a:ext>
            </a:extLst>
          </p:cNvPr>
          <p:cNvSpPr/>
          <p:nvPr/>
        </p:nvSpPr>
        <p:spPr>
          <a:xfrm>
            <a:off x="6641335" y="25531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01AC878-C51C-1007-C876-15B5683651D2}"/>
              </a:ext>
            </a:extLst>
          </p:cNvPr>
          <p:cNvSpPr/>
          <p:nvPr/>
        </p:nvSpPr>
        <p:spPr>
          <a:xfrm>
            <a:off x="7186670" y="25531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AA5108B-FAAC-6090-3F5B-0864EA3BF396}"/>
              </a:ext>
            </a:extLst>
          </p:cNvPr>
          <p:cNvSpPr/>
          <p:nvPr/>
        </p:nvSpPr>
        <p:spPr>
          <a:xfrm>
            <a:off x="7732005" y="25531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ABA1862-9B7A-3A91-AB5F-083C04320675}"/>
              </a:ext>
            </a:extLst>
          </p:cNvPr>
          <p:cNvSpPr/>
          <p:nvPr/>
        </p:nvSpPr>
        <p:spPr>
          <a:xfrm>
            <a:off x="8277340" y="2553160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CA1C81C-DD25-B286-49FE-049ABC671934}"/>
              </a:ext>
            </a:extLst>
          </p:cNvPr>
          <p:cNvSpPr/>
          <p:nvPr/>
        </p:nvSpPr>
        <p:spPr>
          <a:xfrm>
            <a:off x="8822675" y="2553160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9D5FCEE5-4E3E-F36C-F991-6ECABDA78B3C}"/>
              </a:ext>
            </a:extLst>
          </p:cNvPr>
          <p:cNvSpPr/>
          <p:nvPr/>
        </p:nvSpPr>
        <p:spPr>
          <a:xfrm>
            <a:off x="9368010" y="2553160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B3D3D1F-9CD8-9267-5626-0B3C4DBE72F8}"/>
              </a:ext>
            </a:extLst>
          </p:cNvPr>
          <p:cNvSpPr/>
          <p:nvPr/>
        </p:nvSpPr>
        <p:spPr>
          <a:xfrm>
            <a:off x="9913345" y="2553160"/>
            <a:ext cx="545335" cy="627962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4FB2E09-20B3-FA62-A02C-1C235752EB7D}"/>
              </a:ext>
            </a:extLst>
          </p:cNvPr>
          <p:cNvSpPr txBox="1"/>
          <p:nvPr/>
        </p:nvSpPr>
        <p:spPr>
          <a:xfrm>
            <a:off x="10707428" y="111496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41ED6F-0959-AEFC-C7E5-8CD96EA073D9}"/>
              </a:ext>
            </a:extLst>
          </p:cNvPr>
          <p:cNvSpPr txBox="1"/>
          <p:nvPr/>
        </p:nvSpPr>
        <p:spPr>
          <a:xfrm>
            <a:off x="8429150" y="88713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615E63E-EE63-D26C-2C41-C3FEFE52214A}"/>
              </a:ext>
            </a:extLst>
          </p:cNvPr>
          <p:cNvSpPr txBox="1"/>
          <p:nvPr/>
        </p:nvSpPr>
        <p:spPr>
          <a:xfrm>
            <a:off x="10707428" y="2667086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-8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9" name="화살표: 오른쪽 138">
            <a:extLst>
              <a:ext uri="{FF2B5EF4-FFF2-40B4-BE49-F238E27FC236}">
                <a16:creationId xmlns:a16="http://schemas.microsoft.com/office/drawing/2014/main" id="{22E7141F-8F2A-539F-B7DA-878AC71FFD79}"/>
              </a:ext>
            </a:extLst>
          </p:cNvPr>
          <p:cNvSpPr/>
          <p:nvPr/>
        </p:nvSpPr>
        <p:spPr>
          <a:xfrm flipH="1">
            <a:off x="8359967" y="488823"/>
            <a:ext cx="2098713" cy="400110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919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0C382-1C2B-C0F1-2164-36E9774AE59B}"/>
              </a:ext>
            </a:extLst>
          </p:cNvPr>
          <p:cNvSpPr txBox="1"/>
          <p:nvPr/>
        </p:nvSpPr>
        <p:spPr>
          <a:xfrm>
            <a:off x="2159306" y="308472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y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max(0,x)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E445DB-5228-0CB3-2FA0-604610B478C1}"/>
              </a:ext>
            </a:extLst>
          </p:cNvPr>
          <p:cNvSpPr/>
          <p:nvPr/>
        </p:nvSpPr>
        <p:spPr>
          <a:xfrm>
            <a:off x="5546993" y="479234"/>
            <a:ext cx="549007" cy="5490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-1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90C57A-3277-4AF1-5E44-82FB86A969FF}"/>
              </a:ext>
            </a:extLst>
          </p:cNvPr>
          <p:cNvSpPr/>
          <p:nvPr/>
        </p:nvSpPr>
        <p:spPr>
          <a:xfrm>
            <a:off x="7216048" y="479233"/>
            <a:ext cx="549007" cy="5490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56631F7-7D3C-2639-FB32-B820B39F4F19}"/>
              </a:ext>
            </a:extLst>
          </p:cNvPr>
          <p:cNvSpPr/>
          <p:nvPr/>
        </p:nvSpPr>
        <p:spPr>
          <a:xfrm>
            <a:off x="6444867" y="572877"/>
            <a:ext cx="549007" cy="369065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669CEF-74AA-F41F-C6EC-CA369449617D}"/>
              </a:ext>
            </a:extLst>
          </p:cNvPr>
          <p:cNvSpPr/>
          <p:nvPr/>
        </p:nvSpPr>
        <p:spPr>
          <a:xfrm>
            <a:off x="4390222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6E80D4-4514-1DC0-A9FE-ADAFC5335653}"/>
              </a:ext>
            </a:extLst>
          </p:cNvPr>
          <p:cNvSpPr/>
          <p:nvPr/>
        </p:nvSpPr>
        <p:spPr>
          <a:xfrm>
            <a:off x="4935557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73C476-D275-37AC-7955-F398FE075088}"/>
              </a:ext>
            </a:extLst>
          </p:cNvPr>
          <p:cNvSpPr/>
          <p:nvPr/>
        </p:nvSpPr>
        <p:spPr>
          <a:xfrm>
            <a:off x="5480892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F7B01-10BD-ECF9-1862-066FECC91DD8}"/>
              </a:ext>
            </a:extLst>
          </p:cNvPr>
          <p:cNvSpPr/>
          <p:nvPr/>
        </p:nvSpPr>
        <p:spPr>
          <a:xfrm>
            <a:off x="6026227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B6B062-8EF2-ECAF-82D4-8C3D4AE3A60F}"/>
              </a:ext>
            </a:extLst>
          </p:cNvPr>
          <p:cNvSpPr/>
          <p:nvPr/>
        </p:nvSpPr>
        <p:spPr>
          <a:xfrm>
            <a:off x="6571562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65ECD5-468B-903A-BFCC-D2960300580B}"/>
              </a:ext>
            </a:extLst>
          </p:cNvPr>
          <p:cNvSpPr/>
          <p:nvPr/>
        </p:nvSpPr>
        <p:spPr>
          <a:xfrm>
            <a:off x="7116897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0583B8-5BFF-800D-820E-FA787754AF50}"/>
              </a:ext>
            </a:extLst>
          </p:cNvPr>
          <p:cNvSpPr/>
          <p:nvPr/>
        </p:nvSpPr>
        <p:spPr>
          <a:xfrm>
            <a:off x="7662232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472F9-EA2F-3790-A6A7-ABAAF7BF563D}"/>
              </a:ext>
            </a:extLst>
          </p:cNvPr>
          <p:cNvSpPr/>
          <p:nvPr/>
        </p:nvSpPr>
        <p:spPr>
          <a:xfrm>
            <a:off x="8207567" y="1476260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475AFC-C4E2-3813-074B-CFC9EA4E7564}"/>
              </a:ext>
            </a:extLst>
          </p:cNvPr>
          <p:cNvSpPr/>
          <p:nvPr/>
        </p:nvSpPr>
        <p:spPr>
          <a:xfrm>
            <a:off x="4390222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81A9B8-34E9-442A-9232-536C532A87FC}"/>
              </a:ext>
            </a:extLst>
          </p:cNvPr>
          <p:cNvSpPr/>
          <p:nvPr/>
        </p:nvSpPr>
        <p:spPr>
          <a:xfrm>
            <a:off x="4935557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B59A1C-F221-C49B-152E-F44580032DA6}"/>
              </a:ext>
            </a:extLst>
          </p:cNvPr>
          <p:cNvSpPr/>
          <p:nvPr/>
        </p:nvSpPr>
        <p:spPr>
          <a:xfrm>
            <a:off x="5480892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4A664-F457-E98E-17A7-0C3ED3BD1E51}"/>
              </a:ext>
            </a:extLst>
          </p:cNvPr>
          <p:cNvSpPr/>
          <p:nvPr/>
        </p:nvSpPr>
        <p:spPr>
          <a:xfrm>
            <a:off x="6026227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F6ABE1-3D44-3FBD-F421-2B5C0D3585CB}"/>
              </a:ext>
            </a:extLst>
          </p:cNvPr>
          <p:cNvSpPr/>
          <p:nvPr/>
        </p:nvSpPr>
        <p:spPr>
          <a:xfrm>
            <a:off x="6571562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68EBDC-33AD-DD06-E30B-80D564657367}"/>
              </a:ext>
            </a:extLst>
          </p:cNvPr>
          <p:cNvSpPr/>
          <p:nvPr/>
        </p:nvSpPr>
        <p:spPr>
          <a:xfrm>
            <a:off x="7116897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AF3F2EF-EEC9-56E4-E3BC-8A0C8AD17098}"/>
              </a:ext>
            </a:extLst>
          </p:cNvPr>
          <p:cNvSpPr/>
          <p:nvPr/>
        </p:nvSpPr>
        <p:spPr>
          <a:xfrm>
            <a:off x="7662232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0819BE-82FE-012B-6546-B05C19E7C96F}"/>
              </a:ext>
            </a:extLst>
          </p:cNvPr>
          <p:cNvSpPr/>
          <p:nvPr/>
        </p:nvSpPr>
        <p:spPr>
          <a:xfrm>
            <a:off x="8207567" y="2478794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0E0DF-71EE-06E4-B715-9B7B8173881D}"/>
              </a:ext>
            </a:extLst>
          </p:cNvPr>
          <p:cNvSpPr txBox="1"/>
          <p:nvPr/>
        </p:nvSpPr>
        <p:spPr>
          <a:xfrm>
            <a:off x="9149508" y="16029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D2D187-D336-4E0C-A890-04E798191A35}"/>
              </a:ext>
            </a:extLst>
          </p:cNvPr>
          <p:cNvSpPr txBox="1"/>
          <p:nvPr/>
        </p:nvSpPr>
        <p:spPr>
          <a:xfrm>
            <a:off x="9161257" y="2550404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255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199774-F0D7-F8F9-DB07-0736643C6757}"/>
              </a:ext>
            </a:extLst>
          </p:cNvPr>
          <p:cNvSpPr/>
          <p:nvPr/>
        </p:nvSpPr>
        <p:spPr>
          <a:xfrm>
            <a:off x="4390222" y="3481328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51CB37-0E79-E4E7-8C33-B49A178ADEC3}"/>
              </a:ext>
            </a:extLst>
          </p:cNvPr>
          <p:cNvSpPr/>
          <p:nvPr/>
        </p:nvSpPr>
        <p:spPr>
          <a:xfrm>
            <a:off x="4935557" y="348132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F58D03-490F-8251-52C8-B7051CB14508}"/>
              </a:ext>
            </a:extLst>
          </p:cNvPr>
          <p:cNvSpPr/>
          <p:nvPr/>
        </p:nvSpPr>
        <p:spPr>
          <a:xfrm>
            <a:off x="5480892" y="348132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5E9526-2839-C260-E5A9-8FADEC73C265}"/>
              </a:ext>
            </a:extLst>
          </p:cNvPr>
          <p:cNvSpPr/>
          <p:nvPr/>
        </p:nvSpPr>
        <p:spPr>
          <a:xfrm>
            <a:off x="6026227" y="348132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F250AD4-A186-1CAF-4088-949305BF97E4}"/>
              </a:ext>
            </a:extLst>
          </p:cNvPr>
          <p:cNvSpPr/>
          <p:nvPr/>
        </p:nvSpPr>
        <p:spPr>
          <a:xfrm>
            <a:off x="6571562" y="348132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9465A7-A956-7FA6-3554-BAEDEF050E23}"/>
              </a:ext>
            </a:extLst>
          </p:cNvPr>
          <p:cNvSpPr/>
          <p:nvPr/>
        </p:nvSpPr>
        <p:spPr>
          <a:xfrm>
            <a:off x="7116897" y="348132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2C6B8F0-8D1E-A91E-39DD-43BC056EEB6C}"/>
              </a:ext>
            </a:extLst>
          </p:cNvPr>
          <p:cNvSpPr/>
          <p:nvPr/>
        </p:nvSpPr>
        <p:spPr>
          <a:xfrm>
            <a:off x="7662232" y="348132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39B5E34-255F-74A2-7DDF-32D65F942C64}"/>
              </a:ext>
            </a:extLst>
          </p:cNvPr>
          <p:cNvSpPr/>
          <p:nvPr/>
        </p:nvSpPr>
        <p:spPr>
          <a:xfrm>
            <a:off x="8207567" y="3481328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F989AA-F12C-D7FF-EF0C-7A9898777A2F}"/>
              </a:ext>
            </a:extLst>
          </p:cNvPr>
          <p:cNvSpPr/>
          <p:nvPr/>
        </p:nvSpPr>
        <p:spPr>
          <a:xfrm>
            <a:off x="4390222" y="4230475"/>
            <a:ext cx="545335" cy="62796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77F7A70-2C80-A283-E108-89C6FE907818}"/>
              </a:ext>
            </a:extLst>
          </p:cNvPr>
          <p:cNvSpPr/>
          <p:nvPr/>
        </p:nvSpPr>
        <p:spPr>
          <a:xfrm>
            <a:off x="4935557" y="423047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2366186-7131-A39A-C5DA-CC57C8C2AF70}"/>
              </a:ext>
            </a:extLst>
          </p:cNvPr>
          <p:cNvSpPr/>
          <p:nvPr/>
        </p:nvSpPr>
        <p:spPr>
          <a:xfrm>
            <a:off x="5480892" y="423047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2CC54C2-8F15-0D01-4B1B-98F0E969F059}"/>
              </a:ext>
            </a:extLst>
          </p:cNvPr>
          <p:cNvSpPr/>
          <p:nvPr/>
        </p:nvSpPr>
        <p:spPr>
          <a:xfrm>
            <a:off x="6026227" y="423047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0E1283-F861-10B1-71BC-BE41711177D7}"/>
              </a:ext>
            </a:extLst>
          </p:cNvPr>
          <p:cNvSpPr/>
          <p:nvPr/>
        </p:nvSpPr>
        <p:spPr>
          <a:xfrm>
            <a:off x="6571562" y="423047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DE51BB7-E241-3D92-8CD3-98536AA029E3}"/>
              </a:ext>
            </a:extLst>
          </p:cNvPr>
          <p:cNvSpPr/>
          <p:nvPr/>
        </p:nvSpPr>
        <p:spPr>
          <a:xfrm>
            <a:off x="7116897" y="423047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3123D2A-1148-263D-00DD-0868BB3F939A}"/>
              </a:ext>
            </a:extLst>
          </p:cNvPr>
          <p:cNvSpPr/>
          <p:nvPr/>
        </p:nvSpPr>
        <p:spPr>
          <a:xfrm>
            <a:off x="7662232" y="423047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1C60C3C-83BE-D694-DF1C-17B6C2B17ECD}"/>
              </a:ext>
            </a:extLst>
          </p:cNvPr>
          <p:cNvSpPr/>
          <p:nvPr/>
        </p:nvSpPr>
        <p:spPr>
          <a:xfrm>
            <a:off x="8207567" y="4230475"/>
            <a:ext cx="545335" cy="62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BC1DC3-A776-4F86-FF6A-EF5CCC9EFB98}"/>
              </a:ext>
            </a:extLst>
          </p:cNvPr>
          <p:cNvSpPr txBox="1"/>
          <p:nvPr/>
        </p:nvSpPr>
        <p:spPr>
          <a:xfrm>
            <a:off x="9078630" y="4344401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07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0C382-1C2B-C0F1-2164-36E9774AE59B}"/>
              </a:ext>
            </a:extLst>
          </p:cNvPr>
          <p:cNvSpPr txBox="1"/>
          <p:nvPr/>
        </p:nvSpPr>
        <p:spPr>
          <a:xfrm>
            <a:off x="1713123" y="79123"/>
            <a:ext cx="2864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int i = 0xfffffffc;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57964D-3E27-923E-09C2-CB9B3F91558B}"/>
              </a:ext>
            </a:extLst>
          </p:cNvPr>
          <p:cNvSpPr txBox="1"/>
          <p:nvPr/>
        </p:nvSpPr>
        <p:spPr>
          <a:xfrm>
            <a:off x="4158867" y="690559"/>
            <a:ext cx="5686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111 1111 1111 1111 1111 1111 1111 1100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05B2D8-51CC-1954-A22A-DA449815F854}"/>
              </a:ext>
            </a:extLst>
          </p:cNvPr>
          <p:cNvSpPr txBox="1"/>
          <p:nvPr/>
        </p:nvSpPr>
        <p:spPr>
          <a:xfrm>
            <a:off x="6023607" y="205665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-4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2493EF-6310-28E6-7696-71DEBD57CA6F}"/>
              </a:ext>
            </a:extLst>
          </p:cNvPr>
          <p:cNvSpPr txBox="1"/>
          <p:nvPr/>
        </p:nvSpPr>
        <p:spPr>
          <a:xfrm>
            <a:off x="4158867" y="1037590"/>
            <a:ext cx="5686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111 1111 1111 1111 1111 1111 1111 1100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0D29CB-6608-25B0-9E7E-42ED85FD07E6}"/>
              </a:ext>
            </a:extLst>
          </p:cNvPr>
          <p:cNvSpPr txBox="1"/>
          <p:nvPr/>
        </p:nvSpPr>
        <p:spPr>
          <a:xfrm>
            <a:off x="1713123" y="2838848"/>
            <a:ext cx="3570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int i = 0xfffffffe;  #-2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F5551F-24E7-0E4D-0813-3C9FABBDE5E7}"/>
              </a:ext>
            </a:extLst>
          </p:cNvPr>
          <p:cNvSpPr txBox="1"/>
          <p:nvPr/>
        </p:nvSpPr>
        <p:spPr>
          <a:xfrm>
            <a:off x="2076679" y="3786297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1110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193D2F-4915-D039-36AB-5EE9B3202979}"/>
              </a:ext>
            </a:extLst>
          </p:cNvPr>
          <p:cNvSpPr txBox="1"/>
          <p:nvPr/>
        </p:nvSpPr>
        <p:spPr>
          <a:xfrm>
            <a:off x="1768207" y="4733746"/>
            <a:ext cx="3570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int i = 0xffffffff;  #-1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481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29EA674-97DC-335E-3A9D-97FE0ADDFA2D}"/>
              </a:ext>
            </a:extLst>
          </p:cNvPr>
          <p:cNvSpPr/>
          <p:nvPr/>
        </p:nvSpPr>
        <p:spPr>
          <a:xfrm>
            <a:off x="3492347" y="583894"/>
            <a:ext cx="418641" cy="58389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0721D2-A192-7C04-C875-D066867D3D94}"/>
              </a:ext>
            </a:extLst>
          </p:cNvPr>
          <p:cNvSpPr/>
          <p:nvPr/>
        </p:nvSpPr>
        <p:spPr>
          <a:xfrm>
            <a:off x="3910988" y="583894"/>
            <a:ext cx="418641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06D01-692D-0659-7695-CB8B240023A1}"/>
              </a:ext>
            </a:extLst>
          </p:cNvPr>
          <p:cNvSpPr txBox="1"/>
          <p:nvPr/>
        </p:nvSpPr>
        <p:spPr>
          <a:xfrm>
            <a:off x="760163" y="633470"/>
            <a:ext cx="14542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char i:2;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i=2;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27832-C31A-70F6-9990-8D5C99A6193C}"/>
              </a:ext>
            </a:extLst>
          </p:cNvPr>
          <p:cNvSpPr txBox="1"/>
          <p:nvPr/>
        </p:nvSpPr>
        <p:spPr>
          <a:xfrm>
            <a:off x="4527933" y="70508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-2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0F8126-CBF6-AA02-7A80-76ADC02C7A55}"/>
              </a:ext>
            </a:extLst>
          </p:cNvPr>
          <p:cNvSpPr/>
          <p:nvPr/>
        </p:nvSpPr>
        <p:spPr>
          <a:xfrm>
            <a:off x="3492347" y="1553379"/>
            <a:ext cx="418641" cy="58389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0C8BA3-8516-30C7-6017-4CC10BDB27FF}"/>
              </a:ext>
            </a:extLst>
          </p:cNvPr>
          <p:cNvSpPr/>
          <p:nvPr/>
        </p:nvSpPr>
        <p:spPr>
          <a:xfrm>
            <a:off x="3910988" y="1553379"/>
            <a:ext cx="418641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90346-C537-5434-A718-B207CE33E315}"/>
              </a:ext>
            </a:extLst>
          </p:cNvPr>
          <p:cNvSpPr txBox="1"/>
          <p:nvPr/>
        </p:nvSpPr>
        <p:spPr>
          <a:xfrm>
            <a:off x="4527933" y="1674565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29EA674-97DC-335E-3A9D-97FE0ADDFA2D}"/>
              </a:ext>
            </a:extLst>
          </p:cNvPr>
          <p:cNvSpPr/>
          <p:nvPr/>
        </p:nvSpPr>
        <p:spPr>
          <a:xfrm>
            <a:off x="3492347" y="583894"/>
            <a:ext cx="418641" cy="58389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06D01-692D-0659-7695-CB8B240023A1}"/>
              </a:ext>
            </a:extLst>
          </p:cNvPr>
          <p:cNvSpPr txBox="1"/>
          <p:nvPr/>
        </p:nvSpPr>
        <p:spPr>
          <a:xfrm>
            <a:off x="760163" y="633470"/>
            <a:ext cx="14542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char i:1;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i=1;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27832-C31A-70F6-9990-8D5C99A6193C}"/>
              </a:ext>
            </a:extLst>
          </p:cNvPr>
          <p:cNvSpPr txBox="1"/>
          <p:nvPr/>
        </p:nvSpPr>
        <p:spPr>
          <a:xfrm>
            <a:off x="4527933" y="705080"/>
            <a:ext cx="46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-1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0F8126-CBF6-AA02-7A80-76ADC02C7A55}"/>
              </a:ext>
            </a:extLst>
          </p:cNvPr>
          <p:cNvSpPr/>
          <p:nvPr/>
        </p:nvSpPr>
        <p:spPr>
          <a:xfrm>
            <a:off x="3492346" y="1582673"/>
            <a:ext cx="418641" cy="58389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90346-C537-5434-A718-B207CE33E315}"/>
              </a:ext>
            </a:extLst>
          </p:cNvPr>
          <p:cNvSpPr txBox="1"/>
          <p:nvPr/>
        </p:nvSpPr>
        <p:spPr>
          <a:xfrm>
            <a:off x="4527933" y="167456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0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ED8670-C98B-3FD3-9787-71B980F4BF0E}"/>
              </a:ext>
            </a:extLst>
          </p:cNvPr>
          <p:cNvSpPr/>
          <p:nvPr/>
        </p:nvSpPr>
        <p:spPr>
          <a:xfrm>
            <a:off x="6096000" y="479234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028719-20D9-4636-CE54-E1191ECD9673}"/>
              </a:ext>
            </a:extLst>
          </p:cNvPr>
          <p:cNvSpPr/>
          <p:nvPr/>
        </p:nvSpPr>
        <p:spPr>
          <a:xfrm>
            <a:off x="6604612" y="479234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63E676-8B45-3F84-626B-7B598C920855}"/>
              </a:ext>
            </a:extLst>
          </p:cNvPr>
          <p:cNvSpPr/>
          <p:nvPr/>
        </p:nvSpPr>
        <p:spPr>
          <a:xfrm>
            <a:off x="7113224" y="479234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1A6318-5CB7-226B-4FD5-B04C583677E0}"/>
              </a:ext>
            </a:extLst>
          </p:cNvPr>
          <p:cNvSpPr/>
          <p:nvPr/>
        </p:nvSpPr>
        <p:spPr>
          <a:xfrm>
            <a:off x="7621836" y="479234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20E0BD-5590-2DDE-F413-8BBB4E0E07FB}"/>
              </a:ext>
            </a:extLst>
          </p:cNvPr>
          <p:cNvSpPr/>
          <p:nvPr/>
        </p:nvSpPr>
        <p:spPr>
          <a:xfrm>
            <a:off x="6096000" y="987846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366C11-4046-7CE4-B9F9-AA50A7F324CA}"/>
              </a:ext>
            </a:extLst>
          </p:cNvPr>
          <p:cNvSpPr/>
          <p:nvPr/>
        </p:nvSpPr>
        <p:spPr>
          <a:xfrm>
            <a:off x="6604612" y="987846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789670-9620-8990-F881-E39F4281C7E1}"/>
              </a:ext>
            </a:extLst>
          </p:cNvPr>
          <p:cNvSpPr/>
          <p:nvPr/>
        </p:nvSpPr>
        <p:spPr>
          <a:xfrm>
            <a:off x="7113224" y="987846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252DD2-141F-AAED-9470-EC8458FFBBB4}"/>
              </a:ext>
            </a:extLst>
          </p:cNvPr>
          <p:cNvSpPr/>
          <p:nvPr/>
        </p:nvSpPr>
        <p:spPr>
          <a:xfrm>
            <a:off x="7621836" y="987846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A0BF88A-6162-3E39-AAF3-354F254C7F62}"/>
              </a:ext>
            </a:extLst>
          </p:cNvPr>
          <p:cNvSpPr/>
          <p:nvPr/>
        </p:nvSpPr>
        <p:spPr>
          <a:xfrm>
            <a:off x="6096000" y="1496458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86AB8F-19C1-24C1-41A7-34563EC2EA29}"/>
              </a:ext>
            </a:extLst>
          </p:cNvPr>
          <p:cNvSpPr/>
          <p:nvPr/>
        </p:nvSpPr>
        <p:spPr>
          <a:xfrm>
            <a:off x="6604612" y="1496458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080EB1-06A3-4585-3A12-314A4A0BF46A}"/>
              </a:ext>
            </a:extLst>
          </p:cNvPr>
          <p:cNvSpPr/>
          <p:nvPr/>
        </p:nvSpPr>
        <p:spPr>
          <a:xfrm>
            <a:off x="7113224" y="1496458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9CC598-FF15-7787-58D4-B4E1CD2F24BF}"/>
              </a:ext>
            </a:extLst>
          </p:cNvPr>
          <p:cNvSpPr/>
          <p:nvPr/>
        </p:nvSpPr>
        <p:spPr>
          <a:xfrm>
            <a:off x="7621836" y="1496458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8A0E4C1-7791-EDA2-3D54-798EB1E21961}"/>
              </a:ext>
            </a:extLst>
          </p:cNvPr>
          <p:cNvSpPr/>
          <p:nvPr/>
        </p:nvSpPr>
        <p:spPr>
          <a:xfrm>
            <a:off x="6096000" y="2005070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930059-B139-79FE-95D0-C657ADB2F3E5}"/>
              </a:ext>
            </a:extLst>
          </p:cNvPr>
          <p:cNvSpPr/>
          <p:nvPr/>
        </p:nvSpPr>
        <p:spPr>
          <a:xfrm>
            <a:off x="6604612" y="2005070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92858C-9A2F-AFAF-F84B-884CF47084E2}"/>
              </a:ext>
            </a:extLst>
          </p:cNvPr>
          <p:cNvSpPr/>
          <p:nvPr/>
        </p:nvSpPr>
        <p:spPr>
          <a:xfrm>
            <a:off x="7113224" y="2005070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A58F85-64C4-86A2-4C77-9AA0B2B80495}"/>
              </a:ext>
            </a:extLst>
          </p:cNvPr>
          <p:cNvSpPr/>
          <p:nvPr/>
        </p:nvSpPr>
        <p:spPr>
          <a:xfrm>
            <a:off x="7621836" y="2005070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CA40F1-8321-FDC2-1861-67C8C4DD6F84}"/>
              </a:ext>
            </a:extLst>
          </p:cNvPr>
          <p:cNvSpPr/>
          <p:nvPr/>
        </p:nvSpPr>
        <p:spPr>
          <a:xfrm>
            <a:off x="8964057" y="1074061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E18D90C-CAF0-E768-D7C6-2B4CC74C92DC}"/>
              </a:ext>
            </a:extLst>
          </p:cNvPr>
          <p:cNvSpPr/>
          <p:nvPr/>
        </p:nvSpPr>
        <p:spPr>
          <a:xfrm>
            <a:off x="9472669" y="1074061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-2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6B4F8F-A059-BE73-B8D9-53E37B4C2736}"/>
              </a:ext>
            </a:extLst>
          </p:cNvPr>
          <p:cNvSpPr/>
          <p:nvPr/>
        </p:nvSpPr>
        <p:spPr>
          <a:xfrm>
            <a:off x="8964057" y="1582673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-3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5F78BD5-5E58-DBE6-3B9D-172A3831102C}"/>
              </a:ext>
            </a:extLst>
          </p:cNvPr>
          <p:cNvSpPr/>
          <p:nvPr/>
        </p:nvSpPr>
        <p:spPr>
          <a:xfrm>
            <a:off x="9472669" y="1582673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51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EED8670-C98B-3FD3-9787-71B980F4BF0E}"/>
              </a:ext>
            </a:extLst>
          </p:cNvPr>
          <p:cNvSpPr/>
          <p:nvPr/>
        </p:nvSpPr>
        <p:spPr>
          <a:xfrm>
            <a:off x="6096000" y="479234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028719-20D9-4636-CE54-E1191ECD9673}"/>
              </a:ext>
            </a:extLst>
          </p:cNvPr>
          <p:cNvSpPr/>
          <p:nvPr/>
        </p:nvSpPr>
        <p:spPr>
          <a:xfrm>
            <a:off x="6604612" y="479234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63E676-8B45-3F84-626B-7B598C920855}"/>
              </a:ext>
            </a:extLst>
          </p:cNvPr>
          <p:cNvSpPr/>
          <p:nvPr/>
        </p:nvSpPr>
        <p:spPr>
          <a:xfrm>
            <a:off x="7113224" y="479234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20E0BD-5590-2DDE-F413-8BBB4E0E07FB}"/>
              </a:ext>
            </a:extLst>
          </p:cNvPr>
          <p:cNvSpPr/>
          <p:nvPr/>
        </p:nvSpPr>
        <p:spPr>
          <a:xfrm>
            <a:off x="6096000" y="987846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366C11-4046-7CE4-B9F9-AA50A7F324CA}"/>
              </a:ext>
            </a:extLst>
          </p:cNvPr>
          <p:cNvSpPr/>
          <p:nvPr/>
        </p:nvSpPr>
        <p:spPr>
          <a:xfrm>
            <a:off x="6604612" y="987846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789670-9620-8990-F881-E39F4281C7E1}"/>
              </a:ext>
            </a:extLst>
          </p:cNvPr>
          <p:cNvSpPr/>
          <p:nvPr/>
        </p:nvSpPr>
        <p:spPr>
          <a:xfrm>
            <a:off x="7113224" y="987846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A0BF88A-6162-3E39-AAF3-354F254C7F62}"/>
              </a:ext>
            </a:extLst>
          </p:cNvPr>
          <p:cNvSpPr/>
          <p:nvPr/>
        </p:nvSpPr>
        <p:spPr>
          <a:xfrm>
            <a:off x="6096000" y="1496458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86AB8F-19C1-24C1-41A7-34563EC2EA29}"/>
              </a:ext>
            </a:extLst>
          </p:cNvPr>
          <p:cNvSpPr/>
          <p:nvPr/>
        </p:nvSpPr>
        <p:spPr>
          <a:xfrm>
            <a:off x="6604612" y="1496458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080EB1-06A3-4585-3A12-314A4A0BF46A}"/>
              </a:ext>
            </a:extLst>
          </p:cNvPr>
          <p:cNvSpPr/>
          <p:nvPr/>
        </p:nvSpPr>
        <p:spPr>
          <a:xfrm>
            <a:off x="7113224" y="1496458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CA40F1-8321-FDC2-1861-67C8C4DD6F84}"/>
              </a:ext>
            </a:extLst>
          </p:cNvPr>
          <p:cNvSpPr/>
          <p:nvPr/>
        </p:nvSpPr>
        <p:spPr>
          <a:xfrm>
            <a:off x="8699652" y="733540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E18D90C-CAF0-E768-D7C6-2B4CC74C92DC}"/>
              </a:ext>
            </a:extLst>
          </p:cNvPr>
          <p:cNvSpPr/>
          <p:nvPr/>
        </p:nvSpPr>
        <p:spPr>
          <a:xfrm>
            <a:off x="9208264" y="733540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6B4F8F-A059-BE73-B8D9-53E37B4C2736}"/>
              </a:ext>
            </a:extLst>
          </p:cNvPr>
          <p:cNvSpPr/>
          <p:nvPr/>
        </p:nvSpPr>
        <p:spPr>
          <a:xfrm>
            <a:off x="8699652" y="1242152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5F78BD5-5E58-DBE6-3B9D-172A3831102C}"/>
              </a:ext>
            </a:extLst>
          </p:cNvPr>
          <p:cNvSpPr/>
          <p:nvPr/>
        </p:nvSpPr>
        <p:spPr>
          <a:xfrm>
            <a:off x="9208264" y="1242152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D13B9F7-3AFE-E165-E068-16A3F6FDEF49}"/>
              </a:ext>
            </a:extLst>
          </p:cNvPr>
          <p:cNvGrpSpPr/>
          <p:nvPr/>
        </p:nvGrpSpPr>
        <p:grpSpPr>
          <a:xfrm>
            <a:off x="6604612" y="987846"/>
            <a:ext cx="1017224" cy="1017224"/>
            <a:chOff x="3947711" y="848299"/>
            <a:chExt cx="1017224" cy="101722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7CC9523-E29D-99D1-5101-40C9F0373191}"/>
                </a:ext>
              </a:extLst>
            </p:cNvPr>
            <p:cNvSpPr/>
            <p:nvPr/>
          </p:nvSpPr>
          <p:spPr>
            <a:xfrm>
              <a:off x="3947711" y="848299"/>
              <a:ext cx="508612" cy="508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16749B-C9C0-CBB0-282A-23121B22AB57}"/>
                </a:ext>
              </a:extLst>
            </p:cNvPr>
            <p:cNvSpPr/>
            <p:nvPr/>
          </p:nvSpPr>
          <p:spPr>
            <a:xfrm>
              <a:off x="4456323" y="848299"/>
              <a:ext cx="508612" cy="508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838949C-8E42-7CDA-7E9F-6126B1542801}"/>
                </a:ext>
              </a:extLst>
            </p:cNvPr>
            <p:cNvSpPr/>
            <p:nvPr/>
          </p:nvSpPr>
          <p:spPr>
            <a:xfrm>
              <a:off x="3947711" y="1356911"/>
              <a:ext cx="508612" cy="508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9CBE03A-DDF0-525E-B271-FDC7B8FAB151}"/>
                </a:ext>
              </a:extLst>
            </p:cNvPr>
            <p:cNvSpPr/>
            <p:nvPr/>
          </p:nvSpPr>
          <p:spPr>
            <a:xfrm>
              <a:off x="4456323" y="1356911"/>
              <a:ext cx="508612" cy="508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743A401-A457-3393-23B0-A2BAD3064001}"/>
              </a:ext>
            </a:extLst>
          </p:cNvPr>
          <p:cNvSpPr/>
          <p:nvPr/>
        </p:nvSpPr>
        <p:spPr>
          <a:xfrm>
            <a:off x="10583536" y="733540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37D46C-0C08-B73C-F73B-7B7AED89A275}"/>
              </a:ext>
            </a:extLst>
          </p:cNvPr>
          <p:cNvSpPr/>
          <p:nvPr/>
        </p:nvSpPr>
        <p:spPr>
          <a:xfrm>
            <a:off x="11092148" y="733540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7F2ECE-D894-EA57-9C67-E7DD3B9D7506}"/>
              </a:ext>
            </a:extLst>
          </p:cNvPr>
          <p:cNvSpPr/>
          <p:nvPr/>
        </p:nvSpPr>
        <p:spPr>
          <a:xfrm>
            <a:off x="10583536" y="1242152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0B88B3-ECCD-BC3E-0011-25BE403427A7}"/>
              </a:ext>
            </a:extLst>
          </p:cNvPr>
          <p:cNvSpPr/>
          <p:nvPr/>
        </p:nvSpPr>
        <p:spPr>
          <a:xfrm>
            <a:off x="11092148" y="1242152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0C40C0-B0C8-1A61-50EA-551A483C4A30}"/>
              </a:ext>
            </a:extLst>
          </p:cNvPr>
          <p:cNvSpPr txBox="1"/>
          <p:nvPr/>
        </p:nvSpPr>
        <p:spPr>
          <a:xfrm>
            <a:off x="6096000" y="2252949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(1,3,3,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7C51BC-9393-A288-AF62-EF4750D32507}"/>
              </a:ext>
            </a:extLst>
          </p:cNvPr>
          <p:cNvSpPr txBox="1"/>
          <p:nvPr/>
        </p:nvSpPr>
        <p:spPr>
          <a:xfrm>
            <a:off x="8481142" y="2252949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,</a:t>
            </a:r>
            <a:r>
              <a:rPr lang="en-US" altLang="ko-KR" sz="2000">
                <a:solidFill>
                  <a:srgbClr val="00B0F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61CC0D-E59E-6807-E35A-A4E32BC2955D}"/>
              </a:ext>
            </a:extLst>
          </p:cNvPr>
          <p:cNvSpPr txBox="1"/>
          <p:nvPr/>
        </p:nvSpPr>
        <p:spPr>
          <a:xfrm>
            <a:off x="10365026" y="2252949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(1,2,2,</a:t>
            </a:r>
            <a:r>
              <a:rPr lang="en-US" altLang="ko-KR" sz="2000">
                <a:solidFill>
                  <a:srgbClr val="00B0F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A9CC86-9308-D101-19B1-7BAC841F58C4}"/>
              </a:ext>
            </a:extLst>
          </p:cNvPr>
          <p:cNvSpPr txBox="1"/>
          <p:nvPr/>
        </p:nvSpPr>
        <p:spPr>
          <a:xfrm>
            <a:off x="10265875" y="0"/>
            <a:ext cx="1736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[[12. 16.]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[24. 28.]]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5F4B0B-4E91-D0D4-599A-0B98AF038E2F}"/>
              </a:ext>
            </a:extLst>
          </p:cNvPr>
          <p:cNvSpPr/>
          <p:nvPr/>
        </p:nvSpPr>
        <p:spPr>
          <a:xfrm>
            <a:off x="6024408" y="3227943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052109-2A44-FE93-6576-2352508AB22B}"/>
              </a:ext>
            </a:extLst>
          </p:cNvPr>
          <p:cNvSpPr/>
          <p:nvPr/>
        </p:nvSpPr>
        <p:spPr>
          <a:xfrm>
            <a:off x="6533020" y="3227943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238C653-46A6-DCD6-B8E2-B8C8A645D438}"/>
              </a:ext>
            </a:extLst>
          </p:cNvPr>
          <p:cNvSpPr/>
          <p:nvPr/>
        </p:nvSpPr>
        <p:spPr>
          <a:xfrm>
            <a:off x="7041632" y="3227943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990680E-5EBC-981C-DCE3-D37A5CDB3D75}"/>
              </a:ext>
            </a:extLst>
          </p:cNvPr>
          <p:cNvSpPr/>
          <p:nvPr/>
        </p:nvSpPr>
        <p:spPr>
          <a:xfrm>
            <a:off x="6024408" y="3736555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832DA68-D117-A42F-B322-6F0B7144CD69}"/>
              </a:ext>
            </a:extLst>
          </p:cNvPr>
          <p:cNvSpPr/>
          <p:nvPr/>
        </p:nvSpPr>
        <p:spPr>
          <a:xfrm>
            <a:off x="6533020" y="3736555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0A60B07-73EF-46C1-F516-512F12B95B2A}"/>
              </a:ext>
            </a:extLst>
          </p:cNvPr>
          <p:cNvSpPr/>
          <p:nvPr/>
        </p:nvSpPr>
        <p:spPr>
          <a:xfrm>
            <a:off x="7041632" y="3736555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E106D06-241B-CD24-07D3-276091B97AF4}"/>
              </a:ext>
            </a:extLst>
          </p:cNvPr>
          <p:cNvSpPr/>
          <p:nvPr/>
        </p:nvSpPr>
        <p:spPr>
          <a:xfrm>
            <a:off x="6024408" y="4245167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A348D5E-C0DE-0C05-E79D-74B900290BB8}"/>
              </a:ext>
            </a:extLst>
          </p:cNvPr>
          <p:cNvSpPr/>
          <p:nvPr/>
        </p:nvSpPr>
        <p:spPr>
          <a:xfrm>
            <a:off x="6533020" y="4245167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C424209-304D-6C2E-CE31-536A0DBB3BC7}"/>
              </a:ext>
            </a:extLst>
          </p:cNvPr>
          <p:cNvSpPr/>
          <p:nvPr/>
        </p:nvSpPr>
        <p:spPr>
          <a:xfrm>
            <a:off x="7041632" y="4245167"/>
            <a:ext cx="508612" cy="50861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A028EB-0658-3614-04F8-B04D558436C2}"/>
              </a:ext>
            </a:extLst>
          </p:cNvPr>
          <p:cNvSpPr txBox="1"/>
          <p:nvPr/>
        </p:nvSpPr>
        <p:spPr>
          <a:xfrm>
            <a:off x="6222711" y="5267985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(1,4,4,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1DF4649-1E49-4D58-D565-12EA9012CEDB}"/>
              </a:ext>
            </a:extLst>
          </p:cNvPr>
          <p:cNvSpPr/>
          <p:nvPr/>
        </p:nvSpPr>
        <p:spPr>
          <a:xfrm>
            <a:off x="7550244" y="3227943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66DE8C5-194F-3661-91CC-0C951AEF0B05}"/>
              </a:ext>
            </a:extLst>
          </p:cNvPr>
          <p:cNvSpPr/>
          <p:nvPr/>
        </p:nvSpPr>
        <p:spPr>
          <a:xfrm>
            <a:off x="7550244" y="3736555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70C197B-3459-367A-1369-7C00EF4072A2}"/>
              </a:ext>
            </a:extLst>
          </p:cNvPr>
          <p:cNvSpPr/>
          <p:nvPr/>
        </p:nvSpPr>
        <p:spPr>
          <a:xfrm>
            <a:off x="7550244" y="4245167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E3BC145-1C05-F30E-230D-0C3803923216}"/>
              </a:ext>
            </a:extLst>
          </p:cNvPr>
          <p:cNvSpPr/>
          <p:nvPr/>
        </p:nvSpPr>
        <p:spPr>
          <a:xfrm>
            <a:off x="6024408" y="475377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C0B70B9-8696-4149-09C0-787CC3E4F396}"/>
              </a:ext>
            </a:extLst>
          </p:cNvPr>
          <p:cNvSpPr/>
          <p:nvPr/>
        </p:nvSpPr>
        <p:spPr>
          <a:xfrm>
            <a:off x="6533020" y="475377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E1C7BBB-5D78-0B54-7D5F-C7B6880DD39C}"/>
              </a:ext>
            </a:extLst>
          </p:cNvPr>
          <p:cNvSpPr/>
          <p:nvPr/>
        </p:nvSpPr>
        <p:spPr>
          <a:xfrm>
            <a:off x="7041632" y="475377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8C9C22C-DE1D-6E31-93DE-35E6AF6D3A5A}"/>
              </a:ext>
            </a:extLst>
          </p:cNvPr>
          <p:cNvSpPr/>
          <p:nvPr/>
        </p:nvSpPr>
        <p:spPr>
          <a:xfrm>
            <a:off x="7550244" y="475377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8D36448-C5AF-E998-5FC3-DD6FB7042391}"/>
              </a:ext>
            </a:extLst>
          </p:cNvPr>
          <p:cNvSpPr/>
          <p:nvPr/>
        </p:nvSpPr>
        <p:spPr>
          <a:xfrm>
            <a:off x="8699652" y="3330937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37F9B1D-442C-E0C1-6168-DA59A11A6DC6}"/>
              </a:ext>
            </a:extLst>
          </p:cNvPr>
          <p:cNvSpPr/>
          <p:nvPr/>
        </p:nvSpPr>
        <p:spPr>
          <a:xfrm>
            <a:off x="9208264" y="3330937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64B0218-79DD-C998-71E1-9EC99C0D86BE}"/>
              </a:ext>
            </a:extLst>
          </p:cNvPr>
          <p:cNvSpPr/>
          <p:nvPr/>
        </p:nvSpPr>
        <p:spPr>
          <a:xfrm>
            <a:off x="8699652" y="383954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4A99B85-59DD-851B-2FD3-ECF69C802F8A}"/>
              </a:ext>
            </a:extLst>
          </p:cNvPr>
          <p:cNvSpPr/>
          <p:nvPr/>
        </p:nvSpPr>
        <p:spPr>
          <a:xfrm>
            <a:off x="9208264" y="383954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0A49A2-1378-72ED-C024-48C43DF28280}"/>
              </a:ext>
            </a:extLst>
          </p:cNvPr>
          <p:cNvSpPr txBox="1"/>
          <p:nvPr/>
        </p:nvSpPr>
        <p:spPr>
          <a:xfrm>
            <a:off x="8481142" y="4850346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,</a:t>
            </a:r>
            <a:r>
              <a:rPr lang="en-US" altLang="ko-KR" sz="2000">
                <a:solidFill>
                  <a:srgbClr val="00B0F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>
                <a:latin typeface="Consolas" panose="020B0609020204030204" pitchFamily="49" charset="0"/>
              </a:rPr>
              <a:t>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8E4B16F-201B-033D-9165-C121865E2494}"/>
              </a:ext>
            </a:extLst>
          </p:cNvPr>
          <p:cNvSpPr/>
          <p:nvPr/>
        </p:nvSpPr>
        <p:spPr>
          <a:xfrm>
            <a:off x="10346672" y="3295827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30BA492-D5E2-F127-5F38-9237576EC2CE}"/>
              </a:ext>
            </a:extLst>
          </p:cNvPr>
          <p:cNvSpPr/>
          <p:nvPr/>
        </p:nvSpPr>
        <p:spPr>
          <a:xfrm>
            <a:off x="10855284" y="3295827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11FE5D5-9D89-6D22-BADB-954C156AED79}"/>
              </a:ext>
            </a:extLst>
          </p:cNvPr>
          <p:cNvSpPr/>
          <p:nvPr/>
        </p:nvSpPr>
        <p:spPr>
          <a:xfrm>
            <a:off x="11363896" y="3295827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97BE6DD-09D9-DC3F-21B6-0784260F1C38}"/>
              </a:ext>
            </a:extLst>
          </p:cNvPr>
          <p:cNvSpPr/>
          <p:nvPr/>
        </p:nvSpPr>
        <p:spPr>
          <a:xfrm>
            <a:off x="10346672" y="380443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40BB6B3-3D3A-D1F0-6FEB-8F357253B5BA}"/>
              </a:ext>
            </a:extLst>
          </p:cNvPr>
          <p:cNvSpPr/>
          <p:nvPr/>
        </p:nvSpPr>
        <p:spPr>
          <a:xfrm>
            <a:off x="10855284" y="380443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2C47B0C-C4F8-BF9E-C53F-254486A5B58B}"/>
              </a:ext>
            </a:extLst>
          </p:cNvPr>
          <p:cNvSpPr/>
          <p:nvPr/>
        </p:nvSpPr>
        <p:spPr>
          <a:xfrm>
            <a:off x="11363896" y="3804439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6196ACB-B072-CDBA-0972-668BDD704C58}"/>
              </a:ext>
            </a:extLst>
          </p:cNvPr>
          <p:cNvSpPr/>
          <p:nvPr/>
        </p:nvSpPr>
        <p:spPr>
          <a:xfrm>
            <a:off x="10346672" y="4313051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49D650F-9F8A-33E0-F6F5-13B60CD43DF6}"/>
              </a:ext>
            </a:extLst>
          </p:cNvPr>
          <p:cNvSpPr/>
          <p:nvPr/>
        </p:nvSpPr>
        <p:spPr>
          <a:xfrm>
            <a:off x="10855284" y="4313051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3315247-C2A3-7C74-1A39-EFBA0D0EC874}"/>
              </a:ext>
            </a:extLst>
          </p:cNvPr>
          <p:cNvSpPr/>
          <p:nvPr/>
        </p:nvSpPr>
        <p:spPr>
          <a:xfrm>
            <a:off x="11363896" y="4313051"/>
            <a:ext cx="508612" cy="508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84D839F-7A75-B0AE-FF87-530D7231F3D7}"/>
              </a:ext>
            </a:extLst>
          </p:cNvPr>
          <p:cNvGrpSpPr/>
          <p:nvPr/>
        </p:nvGrpSpPr>
        <p:grpSpPr>
          <a:xfrm>
            <a:off x="6018917" y="4233232"/>
            <a:ext cx="1017224" cy="1017224"/>
            <a:chOff x="3947711" y="848299"/>
            <a:chExt cx="1017224" cy="1017224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EE6D60B-59E8-976D-BC3E-6925B1F4F617}"/>
                </a:ext>
              </a:extLst>
            </p:cNvPr>
            <p:cNvSpPr/>
            <p:nvPr/>
          </p:nvSpPr>
          <p:spPr>
            <a:xfrm>
              <a:off x="3947711" y="848299"/>
              <a:ext cx="508612" cy="508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D682400-4C87-1819-1133-67A236F1B17D}"/>
                </a:ext>
              </a:extLst>
            </p:cNvPr>
            <p:cNvSpPr/>
            <p:nvPr/>
          </p:nvSpPr>
          <p:spPr>
            <a:xfrm>
              <a:off x="4456323" y="848299"/>
              <a:ext cx="508612" cy="508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7A791FB7-40A0-E753-D715-3F0770D1B352}"/>
                </a:ext>
              </a:extLst>
            </p:cNvPr>
            <p:cNvSpPr/>
            <p:nvPr/>
          </p:nvSpPr>
          <p:spPr>
            <a:xfrm>
              <a:off x="3947711" y="1356911"/>
              <a:ext cx="508612" cy="508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EDB7CAD-BB9C-979D-1E0F-E9D1490B1E37}"/>
                </a:ext>
              </a:extLst>
            </p:cNvPr>
            <p:cNvSpPr/>
            <p:nvPr/>
          </p:nvSpPr>
          <p:spPr>
            <a:xfrm>
              <a:off x="4456323" y="1356911"/>
              <a:ext cx="508612" cy="508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A1C1AC63-AE9B-836A-9BCE-8CC5C8B45BC1}"/>
              </a:ext>
            </a:extLst>
          </p:cNvPr>
          <p:cNvSpPr txBox="1"/>
          <p:nvPr/>
        </p:nvSpPr>
        <p:spPr>
          <a:xfrm>
            <a:off x="9983746" y="5050401"/>
            <a:ext cx="23006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[[12. 16.  9.]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[24. 28. 15.]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[15. 17.  9.]]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028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AF077CF-F087-EDE8-4503-52B10EB67576}"/>
              </a:ext>
            </a:extLst>
          </p:cNvPr>
          <p:cNvSpPr/>
          <p:nvPr/>
        </p:nvSpPr>
        <p:spPr>
          <a:xfrm>
            <a:off x="1266940" y="578386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0A8F42-EF14-47B9-22A0-99BDC76BCEC6}"/>
              </a:ext>
            </a:extLst>
          </p:cNvPr>
          <p:cNvSpPr/>
          <p:nvPr/>
        </p:nvSpPr>
        <p:spPr>
          <a:xfrm>
            <a:off x="1850834" y="578386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9BD02E-9AF6-6BC7-5238-28F023C0963A}"/>
              </a:ext>
            </a:extLst>
          </p:cNvPr>
          <p:cNvSpPr/>
          <p:nvPr/>
        </p:nvSpPr>
        <p:spPr>
          <a:xfrm>
            <a:off x="2434728" y="578386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05A34D-1842-077B-675A-96185670CF32}"/>
              </a:ext>
            </a:extLst>
          </p:cNvPr>
          <p:cNvSpPr/>
          <p:nvPr/>
        </p:nvSpPr>
        <p:spPr>
          <a:xfrm>
            <a:off x="3018622" y="578386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52D95-BA7E-7B24-8FEF-24438F8AA597}"/>
              </a:ext>
            </a:extLst>
          </p:cNvPr>
          <p:cNvSpPr txBox="1"/>
          <p:nvPr/>
        </p:nvSpPr>
        <p:spPr>
          <a:xfrm>
            <a:off x="4781321" y="578386"/>
            <a:ext cx="3429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 np.array([1,2,3,4])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print(a.T)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AF65E-8E2B-4122-81F2-F3EF974F5B53}"/>
              </a:ext>
            </a:extLst>
          </p:cNvPr>
          <p:cNvSpPr txBox="1"/>
          <p:nvPr/>
        </p:nvSpPr>
        <p:spPr>
          <a:xfrm>
            <a:off x="941210" y="67027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CD19A-71D3-7720-FF68-EC5710C3A29B}"/>
              </a:ext>
            </a:extLst>
          </p:cNvPr>
          <p:cNvSpPr txBox="1"/>
          <p:nvPr/>
        </p:nvSpPr>
        <p:spPr>
          <a:xfrm>
            <a:off x="5888516" y="147626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822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AF077CF-F087-EDE8-4503-52B10EB67576}"/>
              </a:ext>
            </a:extLst>
          </p:cNvPr>
          <p:cNvSpPr/>
          <p:nvPr/>
        </p:nvSpPr>
        <p:spPr>
          <a:xfrm>
            <a:off x="1575412" y="70237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0A8F42-EF14-47B9-22A0-99BDC76BCEC6}"/>
              </a:ext>
            </a:extLst>
          </p:cNvPr>
          <p:cNvSpPr/>
          <p:nvPr/>
        </p:nvSpPr>
        <p:spPr>
          <a:xfrm>
            <a:off x="2159306" y="70237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9BD02E-9AF6-6BC7-5238-28F023C0963A}"/>
              </a:ext>
            </a:extLst>
          </p:cNvPr>
          <p:cNvSpPr/>
          <p:nvPr/>
        </p:nvSpPr>
        <p:spPr>
          <a:xfrm>
            <a:off x="2743200" y="70237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05A34D-1842-077B-675A-96185670CF32}"/>
              </a:ext>
            </a:extLst>
          </p:cNvPr>
          <p:cNvSpPr/>
          <p:nvPr/>
        </p:nvSpPr>
        <p:spPr>
          <a:xfrm>
            <a:off x="3327094" y="70237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52D95-BA7E-7B24-8FEF-24438F8AA597}"/>
              </a:ext>
            </a:extLst>
          </p:cNvPr>
          <p:cNvSpPr txBox="1"/>
          <p:nvPr/>
        </p:nvSpPr>
        <p:spPr>
          <a:xfrm>
            <a:off x="4781321" y="578386"/>
            <a:ext cx="3429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 np.array([1,2,3,4])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print(a.T)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AF65E-8E2B-4122-81F2-F3EF974F5B53}"/>
              </a:ext>
            </a:extLst>
          </p:cNvPr>
          <p:cNvSpPr txBox="1"/>
          <p:nvPr/>
        </p:nvSpPr>
        <p:spPr>
          <a:xfrm>
            <a:off x="1249682" y="79427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CD19A-71D3-7720-FF68-EC5710C3A29B}"/>
              </a:ext>
            </a:extLst>
          </p:cNvPr>
          <p:cNvSpPr txBox="1"/>
          <p:nvPr/>
        </p:nvSpPr>
        <p:spPr>
          <a:xfrm>
            <a:off x="5888516" y="147626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A7C2C8-4A37-7F87-904A-8C5567A71674}"/>
              </a:ext>
            </a:extLst>
          </p:cNvPr>
          <p:cNvSpPr/>
          <p:nvPr/>
        </p:nvSpPr>
        <p:spPr>
          <a:xfrm>
            <a:off x="1575412" y="2118046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5A6716-63F5-2358-30CF-C5782E18D7EC}"/>
              </a:ext>
            </a:extLst>
          </p:cNvPr>
          <p:cNvSpPr/>
          <p:nvPr/>
        </p:nvSpPr>
        <p:spPr>
          <a:xfrm>
            <a:off x="1575412" y="2701940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8F5BD0-0149-4CB4-26E1-25921E8AC8B7}"/>
              </a:ext>
            </a:extLst>
          </p:cNvPr>
          <p:cNvSpPr/>
          <p:nvPr/>
        </p:nvSpPr>
        <p:spPr>
          <a:xfrm>
            <a:off x="1575412" y="3288641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147683-46AD-AC0A-4AE5-A9B3A48B4EE7}"/>
              </a:ext>
            </a:extLst>
          </p:cNvPr>
          <p:cNvSpPr/>
          <p:nvPr/>
        </p:nvSpPr>
        <p:spPr>
          <a:xfrm>
            <a:off x="1575412" y="386972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A04FA-2D5C-3342-E78B-8DF6997DB36C}"/>
              </a:ext>
            </a:extLst>
          </p:cNvPr>
          <p:cNvSpPr txBox="1"/>
          <p:nvPr/>
        </p:nvSpPr>
        <p:spPr>
          <a:xfrm>
            <a:off x="1249682" y="22099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5745FF-5BD5-C0E6-FF50-C59BAF817073}"/>
              </a:ext>
            </a:extLst>
          </p:cNvPr>
          <p:cNvSpPr txBox="1"/>
          <p:nvPr/>
        </p:nvSpPr>
        <p:spPr>
          <a:xfrm>
            <a:off x="2930487" y="3140863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(4,1)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211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4E24416-D979-AED4-F999-A42AB21A2E12}"/>
              </a:ext>
            </a:extLst>
          </p:cNvPr>
          <p:cNvSpPr/>
          <p:nvPr/>
        </p:nvSpPr>
        <p:spPr>
          <a:xfrm>
            <a:off x="1944476" y="2237332"/>
            <a:ext cx="743639" cy="7372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BD3C6A-DD21-30C7-022E-681EA4871494}"/>
              </a:ext>
            </a:extLst>
          </p:cNvPr>
          <p:cNvSpPr/>
          <p:nvPr/>
        </p:nvSpPr>
        <p:spPr>
          <a:xfrm>
            <a:off x="1506188" y="610485"/>
            <a:ext cx="2481917" cy="7500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F077CF-F087-EDE8-4503-52B10EB67576}"/>
              </a:ext>
            </a:extLst>
          </p:cNvPr>
          <p:cNvSpPr/>
          <p:nvPr/>
        </p:nvSpPr>
        <p:spPr>
          <a:xfrm>
            <a:off x="1575412" y="70237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0A8F42-EF14-47B9-22A0-99BDC76BCEC6}"/>
              </a:ext>
            </a:extLst>
          </p:cNvPr>
          <p:cNvSpPr/>
          <p:nvPr/>
        </p:nvSpPr>
        <p:spPr>
          <a:xfrm>
            <a:off x="2159306" y="70237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9BD02E-9AF6-6BC7-5238-28F023C0963A}"/>
              </a:ext>
            </a:extLst>
          </p:cNvPr>
          <p:cNvSpPr/>
          <p:nvPr/>
        </p:nvSpPr>
        <p:spPr>
          <a:xfrm>
            <a:off x="2743200" y="70237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05A34D-1842-077B-675A-96185670CF32}"/>
              </a:ext>
            </a:extLst>
          </p:cNvPr>
          <p:cNvSpPr/>
          <p:nvPr/>
        </p:nvSpPr>
        <p:spPr>
          <a:xfrm>
            <a:off x="3327094" y="702378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52D95-BA7E-7B24-8FEF-24438F8AA597}"/>
              </a:ext>
            </a:extLst>
          </p:cNvPr>
          <p:cNvSpPr txBox="1"/>
          <p:nvPr/>
        </p:nvSpPr>
        <p:spPr>
          <a:xfrm>
            <a:off x="4781321" y="578386"/>
            <a:ext cx="3711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 np.array([[1,2,3,4]])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print(a.T)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AF65E-8E2B-4122-81F2-F3EF974F5B53}"/>
              </a:ext>
            </a:extLst>
          </p:cNvPr>
          <p:cNvSpPr txBox="1"/>
          <p:nvPr/>
        </p:nvSpPr>
        <p:spPr>
          <a:xfrm>
            <a:off x="393487" y="84384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CD19A-71D3-7720-FF68-EC5710C3A29B}"/>
              </a:ext>
            </a:extLst>
          </p:cNvPr>
          <p:cNvSpPr txBox="1"/>
          <p:nvPr/>
        </p:nvSpPr>
        <p:spPr>
          <a:xfrm>
            <a:off x="5888516" y="1476260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(1,4)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A7C2C8-4A37-7F87-904A-8C5567A71674}"/>
              </a:ext>
            </a:extLst>
          </p:cNvPr>
          <p:cNvSpPr/>
          <p:nvPr/>
        </p:nvSpPr>
        <p:spPr>
          <a:xfrm>
            <a:off x="2024348" y="2313995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A04FA-2D5C-3342-E78B-8DF6997DB36C}"/>
              </a:ext>
            </a:extLst>
          </p:cNvPr>
          <p:cNvSpPr txBox="1"/>
          <p:nvPr/>
        </p:nvSpPr>
        <p:spPr>
          <a:xfrm>
            <a:off x="1249682" y="220993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5745FF-5BD5-C0E6-FF50-C59BAF817073}"/>
              </a:ext>
            </a:extLst>
          </p:cNvPr>
          <p:cNvSpPr txBox="1"/>
          <p:nvPr/>
        </p:nvSpPr>
        <p:spPr>
          <a:xfrm>
            <a:off x="2773495" y="3635109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(4,1)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86B37-0094-FCE6-2C05-FEA7B19841FA}"/>
              </a:ext>
            </a:extLst>
          </p:cNvPr>
          <p:cNvSpPr txBox="1"/>
          <p:nvPr/>
        </p:nvSpPr>
        <p:spPr>
          <a:xfrm>
            <a:off x="5888515" y="1917991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(4,1)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8A49174-BCE5-54BB-577B-6BD8E2E50CBD}"/>
              </a:ext>
            </a:extLst>
          </p:cNvPr>
          <p:cNvCxnSpPr/>
          <p:nvPr/>
        </p:nvCxnSpPr>
        <p:spPr>
          <a:xfrm>
            <a:off x="6136395" y="1773716"/>
            <a:ext cx="336015" cy="225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2F2591F-D4B5-3296-DC04-66C9B7EE47DE}"/>
              </a:ext>
            </a:extLst>
          </p:cNvPr>
          <p:cNvCxnSpPr>
            <a:cxnSpLocks/>
          </p:cNvCxnSpPr>
          <p:nvPr/>
        </p:nvCxnSpPr>
        <p:spPr>
          <a:xfrm flipH="1">
            <a:off x="6136394" y="1773716"/>
            <a:ext cx="306093" cy="225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C7FF15-6535-E6D2-5CD0-9C6C90969274}"/>
              </a:ext>
            </a:extLst>
          </p:cNvPr>
          <p:cNvSpPr/>
          <p:nvPr/>
        </p:nvSpPr>
        <p:spPr>
          <a:xfrm>
            <a:off x="1944476" y="2974552"/>
            <a:ext cx="743639" cy="7372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3B4D88-49C7-B88D-378B-1D1EA10751FD}"/>
              </a:ext>
            </a:extLst>
          </p:cNvPr>
          <p:cNvSpPr/>
          <p:nvPr/>
        </p:nvSpPr>
        <p:spPr>
          <a:xfrm>
            <a:off x="2024348" y="3051215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76E53C-B943-512E-F2A0-9CAF3A2925FB}"/>
              </a:ext>
            </a:extLst>
          </p:cNvPr>
          <p:cNvSpPr/>
          <p:nvPr/>
        </p:nvSpPr>
        <p:spPr>
          <a:xfrm>
            <a:off x="1944476" y="3711772"/>
            <a:ext cx="743639" cy="7372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481D6B-FF8A-E5BA-218C-A404EF64F08A}"/>
              </a:ext>
            </a:extLst>
          </p:cNvPr>
          <p:cNvSpPr/>
          <p:nvPr/>
        </p:nvSpPr>
        <p:spPr>
          <a:xfrm>
            <a:off x="2024348" y="3788435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17EB88-229D-24B1-DF96-D29BF7A2474F}"/>
              </a:ext>
            </a:extLst>
          </p:cNvPr>
          <p:cNvSpPr/>
          <p:nvPr/>
        </p:nvSpPr>
        <p:spPr>
          <a:xfrm>
            <a:off x="1944476" y="4448992"/>
            <a:ext cx="743639" cy="7372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204B0B-0B6F-84FD-FAC3-110BB12AC87A}"/>
              </a:ext>
            </a:extLst>
          </p:cNvPr>
          <p:cNvSpPr/>
          <p:nvPr/>
        </p:nvSpPr>
        <p:spPr>
          <a:xfrm>
            <a:off x="2024348" y="4525655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712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BD3C6A-DD21-30C7-022E-681EA4871494}"/>
              </a:ext>
            </a:extLst>
          </p:cNvPr>
          <p:cNvSpPr/>
          <p:nvPr/>
        </p:nvSpPr>
        <p:spPr>
          <a:xfrm>
            <a:off x="1944476" y="168059"/>
            <a:ext cx="1319639" cy="7500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F077CF-F087-EDE8-4503-52B10EB67576}"/>
              </a:ext>
            </a:extLst>
          </p:cNvPr>
          <p:cNvSpPr/>
          <p:nvPr/>
        </p:nvSpPr>
        <p:spPr>
          <a:xfrm>
            <a:off x="2013700" y="259952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0A8F42-EF14-47B9-22A0-99BDC76BCEC6}"/>
              </a:ext>
            </a:extLst>
          </p:cNvPr>
          <p:cNvSpPr/>
          <p:nvPr/>
        </p:nvSpPr>
        <p:spPr>
          <a:xfrm>
            <a:off x="2597594" y="259952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52D95-BA7E-7B24-8FEF-24438F8AA597}"/>
              </a:ext>
            </a:extLst>
          </p:cNvPr>
          <p:cNvSpPr txBox="1"/>
          <p:nvPr/>
        </p:nvSpPr>
        <p:spPr>
          <a:xfrm>
            <a:off x="4781321" y="578386"/>
            <a:ext cx="3147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 np.array([[1,2],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     [3,4]])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print(a.T)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AF65E-8E2B-4122-81F2-F3EF974F5B53}"/>
              </a:ext>
            </a:extLst>
          </p:cNvPr>
          <p:cNvSpPr txBox="1"/>
          <p:nvPr/>
        </p:nvSpPr>
        <p:spPr>
          <a:xfrm>
            <a:off x="1197717" y="5431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CD19A-71D3-7720-FF68-EC5710C3A29B}"/>
              </a:ext>
            </a:extLst>
          </p:cNvPr>
          <p:cNvSpPr txBox="1"/>
          <p:nvPr/>
        </p:nvSpPr>
        <p:spPr>
          <a:xfrm>
            <a:off x="5888516" y="1476260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A04FA-2D5C-3342-E78B-8DF6997DB36C}"/>
              </a:ext>
            </a:extLst>
          </p:cNvPr>
          <p:cNvSpPr txBox="1"/>
          <p:nvPr/>
        </p:nvSpPr>
        <p:spPr>
          <a:xfrm>
            <a:off x="1117016" y="2216635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a.T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86B37-0094-FCE6-2C05-FEA7B19841FA}"/>
              </a:ext>
            </a:extLst>
          </p:cNvPr>
          <p:cNvSpPr txBox="1"/>
          <p:nvPr/>
        </p:nvSpPr>
        <p:spPr>
          <a:xfrm>
            <a:off x="5888515" y="1917991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8A49174-BCE5-54BB-577B-6BD8E2E50CBD}"/>
              </a:ext>
            </a:extLst>
          </p:cNvPr>
          <p:cNvCxnSpPr/>
          <p:nvPr/>
        </p:nvCxnSpPr>
        <p:spPr>
          <a:xfrm>
            <a:off x="6136395" y="1773716"/>
            <a:ext cx="336015" cy="2258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2F2591F-D4B5-3296-DC04-66C9B7EE47DE}"/>
              </a:ext>
            </a:extLst>
          </p:cNvPr>
          <p:cNvCxnSpPr>
            <a:cxnSpLocks/>
          </p:cNvCxnSpPr>
          <p:nvPr/>
        </p:nvCxnSpPr>
        <p:spPr>
          <a:xfrm flipH="1">
            <a:off x="6136394" y="1773716"/>
            <a:ext cx="306093" cy="2258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F0EAC0-DC5C-CB6E-4007-5136E632A908}"/>
              </a:ext>
            </a:extLst>
          </p:cNvPr>
          <p:cNvSpPr/>
          <p:nvPr/>
        </p:nvSpPr>
        <p:spPr>
          <a:xfrm>
            <a:off x="1944476" y="917326"/>
            <a:ext cx="1319639" cy="7500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BC3A2C-5D67-C817-F0E9-5A524D5D43E1}"/>
              </a:ext>
            </a:extLst>
          </p:cNvPr>
          <p:cNvSpPr/>
          <p:nvPr/>
        </p:nvSpPr>
        <p:spPr>
          <a:xfrm>
            <a:off x="2013700" y="1009219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4B5515-EE87-96E5-3232-4698F829AD73}"/>
              </a:ext>
            </a:extLst>
          </p:cNvPr>
          <p:cNvSpPr/>
          <p:nvPr/>
        </p:nvSpPr>
        <p:spPr>
          <a:xfrm>
            <a:off x="2597594" y="1009219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0B7CF2-3B25-F096-0054-05EF052B3F62}"/>
              </a:ext>
            </a:extLst>
          </p:cNvPr>
          <p:cNvSpPr/>
          <p:nvPr/>
        </p:nvSpPr>
        <p:spPr>
          <a:xfrm>
            <a:off x="1947598" y="2416690"/>
            <a:ext cx="1319639" cy="7500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768C60-D125-DC74-CF98-FC831ACD7B5A}"/>
              </a:ext>
            </a:extLst>
          </p:cNvPr>
          <p:cNvSpPr/>
          <p:nvPr/>
        </p:nvSpPr>
        <p:spPr>
          <a:xfrm>
            <a:off x="2016822" y="2508583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2C6176-A253-95C0-082E-14682050AD45}"/>
              </a:ext>
            </a:extLst>
          </p:cNvPr>
          <p:cNvSpPr/>
          <p:nvPr/>
        </p:nvSpPr>
        <p:spPr>
          <a:xfrm>
            <a:off x="2600716" y="2508583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1FA67D-92E2-0675-583D-4EE20637AECE}"/>
              </a:ext>
            </a:extLst>
          </p:cNvPr>
          <p:cNvSpPr/>
          <p:nvPr/>
        </p:nvSpPr>
        <p:spPr>
          <a:xfrm>
            <a:off x="1944476" y="3156385"/>
            <a:ext cx="1319639" cy="7500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B5CDB6D-41CD-3DCB-A2D6-DF5591B660D7}"/>
              </a:ext>
            </a:extLst>
          </p:cNvPr>
          <p:cNvSpPr/>
          <p:nvPr/>
        </p:nvSpPr>
        <p:spPr>
          <a:xfrm>
            <a:off x="2016822" y="3257850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6323AE-FF51-5ABD-386B-DA22700AE566}"/>
              </a:ext>
            </a:extLst>
          </p:cNvPr>
          <p:cNvSpPr/>
          <p:nvPr/>
        </p:nvSpPr>
        <p:spPr>
          <a:xfrm>
            <a:off x="2600716" y="3257850"/>
            <a:ext cx="583894" cy="5838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46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3852D95-BA7E-7B24-8FEF-24438F8AA597}"/>
              </a:ext>
            </a:extLst>
          </p:cNvPr>
          <p:cNvSpPr txBox="1"/>
          <p:nvPr/>
        </p:nvSpPr>
        <p:spPr>
          <a:xfrm>
            <a:off x="4781321" y="578386"/>
            <a:ext cx="342914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 np.array([[[1,2],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      [3,4]],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[[5,6],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 [7,8]]])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print(a.T)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AF65E-8E2B-4122-81F2-F3EF974F5B53}"/>
              </a:ext>
            </a:extLst>
          </p:cNvPr>
          <p:cNvSpPr txBox="1"/>
          <p:nvPr/>
        </p:nvSpPr>
        <p:spPr>
          <a:xfrm>
            <a:off x="1197717" y="5431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CD19A-71D3-7720-FF68-EC5710C3A29B}"/>
              </a:ext>
            </a:extLst>
          </p:cNvPr>
          <p:cNvSpPr txBox="1"/>
          <p:nvPr/>
        </p:nvSpPr>
        <p:spPr>
          <a:xfrm>
            <a:off x="6488936" y="2891928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A04FA-2D5C-3342-E78B-8DF6997DB36C}"/>
              </a:ext>
            </a:extLst>
          </p:cNvPr>
          <p:cNvSpPr txBox="1"/>
          <p:nvPr/>
        </p:nvSpPr>
        <p:spPr>
          <a:xfrm>
            <a:off x="505500" y="2841245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a.transpose(2,0,1)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86B37-0094-FCE6-2C05-FEA7B19841FA}"/>
              </a:ext>
            </a:extLst>
          </p:cNvPr>
          <p:cNvSpPr txBox="1"/>
          <p:nvPr/>
        </p:nvSpPr>
        <p:spPr>
          <a:xfrm>
            <a:off x="6488935" y="3333659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8A49174-BCE5-54BB-577B-6BD8E2E50CBD}"/>
              </a:ext>
            </a:extLst>
          </p:cNvPr>
          <p:cNvCxnSpPr>
            <a:cxnSpLocks/>
          </p:cNvCxnSpPr>
          <p:nvPr/>
        </p:nvCxnSpPr>
        <p:spPr>
          <a:xfrm>
            <a:off x="6775373" y="3198312"/>
            <a:ext cx="299620" cy="27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2F2591F-D4B5-3296-DC04-66C9B7EE47DE}"/>
              </a:ext>
            </a:extLst>
          </p:cNvPr>
          <p:cNvCxnSpPr>
            <a:cxnSpLocks/>
          </p:cNvCxnSpPr>
          <p:nvPr/>
        </p:nvCxnSpPr>
        <p:spPr>
          <a:xfrm flipH="1">
            <a:off x="6775373" y="3199926"/>
            <a:ext cx="564989" cy="229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290A9A-76A2-8413-B4BE-B6E2AB4614C8}"/>
              </a:ext>
            </a:extLst>
          </p:cNvPr>
          <p:cNvSpPr/>
          <p:nvPr/>
        </p:nvSpPr>
        <p:spPr>
          <a:xfrm>
            <a:off x="2154438" y="317417"/>
            <a:ext cx="1074885" cy="1193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BD3C6A-DD21-30C7-022E-681EA4871494}"/>
              </a:ext>
            </a:extLst>
          </p:cNvPr>
          <p:cNvSpPr/>
          <p:nvPr/>
        </p:nvSpPr>
        <p:spPr>
          <a:xfrm>
            <a:off x="2214389" y="366518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F077CF-F087-EDE8-4503-52B10EB67576}"/>
              </a:ext>
            </a:extLst>
          </p:cNvPr>
          <p:cNvSpPr/>
          <p:nvPr/>
        </p:nvSpPr>
        <p:spPr>
          <a:xfrm>
            <a:off x="2264614" y="433191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0A8F42-EF14-47B9-22A0-99BDC76BCEC6}"/>
              </a:ext>
            </a:extLst>
          </p:cNvPr>
          <p:cNvSpPr/>
          <p:nvPr/>
        </p:nvSpPr>
        <p:spPr>
          <a:xfrm>
            <a:off x="2688259" y="433191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F0EAC0-DC5C-CB6E-4007-5136E632A908}"/>
              </a:ext>
            </a:extLst>
          </p:cNvPr>
          <p:cNvSpPr/>
          <p:nvPr/>
        </p:nvSpPr>
        <p:spPr>
          <a:xfrm>
            <a:off x="2214389" y="910149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BC3A2C-5D67-C817-F0E9-5A524D5D43E1}"/>
              </a:ext>
            </a:extLst>
          </p:cNvPr>
          <p:cNvSpPr/>
          <p:nvPr/>
        </p:nvSpPr>
        <p:spPr>
          <a:xfrm>
            <a:off x="2264614" y="976822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4B5515-EE87-96E5-3232-4698F829AD73}"/>
              </a:ext>
            </a:extLst>
          </p:cNvPr>
          <p:cNvSpPr/>
          <p:nvPr/>
        </p:nvSpPr>
        <p:spPr>
          <a:xfrm>
            <a:off x="2688259" y="976822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43F9CFF-C769-A13C-DDAB-C3CB938E4FB9}"/>
              </a:ext>
            </a:extLst>
          </p:cNvPr>
          <p:cNvCxnSpPr>
            <a:cxnSpLocks/>
          </p:cNvCxnSpPr>
          <p:nvPr/>
        </p:nvCxnSpPr>
        <p:spPr>
          <a:xfrm>
            <a:off x="7068402" y="3194277"/>
            <a:ext cx="299620" cy="27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BF8650-88DB-8C1F-34D4-50D8797DD2B7}"/>
              </a:ext>
            </a:extLst>
          </p:cNvPr>
          <p:cNvSpPr/>
          <p:nvPr/>
        </p:nvSpPr>
        <p:spPr>
          <a:xfrm>
            <a:off x="2154438" y="1504560"/>
            <a:ext cx="1074885" cy="1193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3A678D-E978-BAA5-7C8D-ED1F0FA3FEFC}"/>
              </a:ext>
            </a:extLst>
          </p:cNvPr>
          <p:cNvSpPr/>
          <p:nvPr/>
        </p:nvSpPr>
        <p:spPr>
          <a:xfrm>
            <a:off x="2214389" y="1553661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47E6862-08B4-864A-64AC-3B6A681AF5B4}"/>
              </a:ext>
            </a:extLst>
          </p:cNvPr>
          <p:cNvSpPr/>
          <p:nvPr/>
        </p:nvSpPr>
        <p:spPr>
          <a:xfrm>
            <a:off x="2264614" y="1620334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1FCE3C4-FDEE-2315-2A2A-01FC2545EB25}"/>
              </a:ext>
            </a:extLst>
          </p:cNvPr>
          <p:cNvSpPr/>
          <p:nvPr/>
        </p:nvSpPr>
        <p:spPr>
          <a:xfrm>
            <a:off x="2688259" y="1620334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80C8F9-15C1-2E20-9A7E-B2B3E064D72F}"/>
              </a:ext>
            </a:extLst>
          </p:cNvPr>
          <p:cNvSpPr/>
          <p:nvPr/>
        </p:nvSpPr>
        <p:spPr>
          <a:xfrm>
            <a:off x="2214389" y="2097292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499DC8-1FD8-F857-09AD-066DAAADFE7F}"/>
              </a:ext>
            </a:extLst>
          </p:cNvPr>
          <p:cNvSpPr/>
          <p:nvPr/>
        </p:nvSpPr>
        <p:spPr>
          <a:xfrm>
            <a:off x="2264614" y="2163965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B8F7BED-9A9C-61A5-6986-11896E430FB1}"/>
              </a:ext>
            </a:extLst>
          </p:cNvPr>
          <p:cNvSpPr/>
          <p:nvPr/>
        </p:nvSpPr>
        <p:spPr>
          <a:xfrm>
            <a:off x="2688259" y="2163965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10D3B7A-1517-1A87-3434-C4E35DAFC334}"/>
              </a:ext>
            </a:extLst>
          </p:cNvPr>
          <p:cNvSpPr/>
          <p:nvPr/>
        </p:nvSpPr>
        <p:spPr>
          <a:xfrm>
            <a:off x="2154438" y="3374642"/>
            <a:ext cx="1074885" cy="1193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303BB8D-991C-E86C-C52D-A47394BEA221}"/>
              </a:ext>
            </a:extLst>
          </p:cNvPr>
          <p:cNvSpPr/>
          <p:nvPr/>
        </p:nvSpPr>
        <p:spPr>
          <a:xfrm>
            <a:off x="2214389" y="3423743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54691A7-E77B-EE34-DC58-9000E3E6D00C}"/>
              </a:ext>
            </a:extLst>
          </p:cNvPr>
          <p:cNvSpPr/>
          <p:nvPr/>
        </p:nvSpPr>
        <p:spPr>
          <a:xfrm>
            <a:off x="2264614" y="3490416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0E5343E-41B8-38AB-FC2F-7481EA0CD099}"/>
              </a:ext>
            </a:extLst>
          </p:cNvPr>
          <p:cNvSpPr/>
          <p:nvPr/>
        </p:nvSpPr>
        <p:spPr>
          <a:xfrm>
            <a:off x="2688259" y="3490416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DBDD07-20CB-6C4B-FD16-F80FECF62A4E}"/>
              </a:ext>
            </a:extLst>
          </p:cNvPr>
          <p:cNvSpPr/>
          <p:nvPr/>
        </p:nvSpPr>
        <p:spPr>
          <a:xfrm>
            <a:off x="2214389" y="3967374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C5E73E6-985B-B3EE-4DCD-C084ACABFC0B}"/>
              </a:ext>
            </a:extLst>
          </p:cNvPr>
          <p:cNvSpPr/>
          <p:nvPr/>
        </p:nvSpPr>
        <p:spPr>
          <a:xfrm>
            <a:off x="2264614" y="4034047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6D751D-4949-768D-ED47-7354827EFA61}"/>
              </a:ext>
            </a:extLst>
          </p:cNvPr>
          <p:cNvSpPr/>
          <p:nvPr/>
        </p:nvSpPr>
        <p:spPr>
          <a:xfrm>
            <a:off x="2688259" y="4034047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CD0FB65-F3A9-5F99-1933-02FA00FE8B08}"/>
              </a:ext>
            </a:extLst>
          </p:cNvPr>
          <p:cNvSpPr/>
          <p:nvPr/>
        </p:nvSpPr>
        <p:spPr>
          <a:xfrm>
            <a:off x="2154438" y="4561785"/>
            <a:ext cx="1074885" cy="11931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0E29A45-277F-6584-2DE7-9D67566389A0}"/>
              </a:ext>
            </a:extLst>
          </p:cNvPr>
          <p:cNvSpPr/>
          <p:nvPr/>
        </p:nvSpPr>
        <p:spPr>
          <a:xfrm>
            <a:off x="2214389" y="4610886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8A387B-1228-4804-547D-05646F7D5D18}"/>
              </a:ext>
            </a:extLst>
          </p:cNvPr>
          <p:cNvSpPr/>
          <p:nvPr/>
        </p:nvSpPr>
        <p:spPr>
          <a:xfrm>
            <a:off x="2264614" y="4677559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471DBF3-E815-844D-9387-FAD165645E62}"/>
              </a:ext>
            </a:extLst>
          </p:cNvPr>
          <p:cNvSpPr/>
          <p:nvPr/>
        </p:nvSpPr>
        <p:spPr>
          <a:xfrm>
            <a:off x="2688259" y="4677559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38F4745-A43D-E31A-1228-1798B45C8388}"/>
              </a:ext>
            </a:extLst>
          </p:cNvPr>
          <p:cNvSpPr/>
          <p:nvPr/>
        </p:nvSpPr>
        <p:spPr>
          <a:xfrm>
            <a:off x="2214389" y="5154517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45C1783-E61F-1D67-46E3-ED4B0EFDD0DA}"/>
              </a:ext>
            </a:extLst>
          </p:cNvPr>
          <p:cNvSpPr/>
          <p:nvPr/>
        </p:nvSpPr>
        <p:spPr>
          <a:xfrm>
            <a:off x="2264614" y="5221190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FCFEA0B-0431-B80C-D22E-5B8CAFC7B3FE}"/>
              </a:ext>
            </a:extLst>
          </p:cNvPr>
          <p:cNvSpPr/>
          <p:nvPr/>
        </p:nvSpPr>
        <p:spPr>
          <a:xfrm>
            <a:off x="2688259" y="5221190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8A7568-56F0-0117-5AB2-70B3035EB050}"/>
              </a:ext>
            </a:extLst>
          </p:cNvPr>
          <p:cNvSpPr txBox="1"/>
          <p:nvPr/>
        </p:nvSpPr>
        <p:spPr>
          <a:xfrm>
            <a:off x="3552941" y="3776911"/>
            <a:ext cx="145424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[[[1 3]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[5 7]]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[[2 4]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[6 8]]]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4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290A9A-76A2-8413-B4BE-B6E2AB4614C8}"/>
              </a:ext>
            </a:extLst>
          </p:cNvPr>
          <p:cNvSpPr/>
          <p:nvPr/>
        </p:nvSpPr>
        <p:spPr>
          <a:xfrm>
            <a:off x="1675773" y="162662"/>
            <a:ext cx="2160009" cy="14473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0B378E-CD6C-0AB6-E373-7EDB956500EF}"/>
              </a:ext>
            </a:extLst>
          </p:cNvPr>
          <p:cNvSpPr/>
          <p:nvPr/>
        </p:nvSpPr>
        <p:spPr>
          <a:xfrm>
            <a:off x="1732857" y="214187"/>
            <a:ext cx="2039173" cy="6687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52D95-BA7E-7B24-8FEF-24438F8AA597}"/>
              </a:ext>
            </a:extLst>
          </p:cNvPr>
          <p:cNvSpPr txBox="1"/>
          <p:nvPr/>
        </p:nvSpPr>
        <p:spPr>
          <a:xfrm>
            <a:off x="5010876" y="56867"/>
            <a:ext cx="5121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r>
              <a:rPr lang="ko-KR" altLang="en-US" sz="2000">
                <a:latin typeface="Consolas" panose="020B0609020204030204" pitchFamily="49" charset="0"/>
              </a:rPr>
              <a:t> </a:t>
            </a:r>
            <a:r>
              <a:rPr lang="en-US" altLang="ko-KR" sz="2000">
                <a:latin typeface="Consolas" panose="020B0609020204030204" pitchFamily="49" charset="0"/>
              </a:rPr>
              <a:t>= np.arange(16).reshape(2,2,2,2);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print(np.transpose(a,(3,0,1,2,))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AF65E-8E2B-4122-81F2-F3EF974F5B53}"/>
              </a:ext>
            </a:extLst>
          </p:cNvPr>
          <p:cNvSpPr txBox="1"/>
          <p:nvPr/>
        </p:nvSpPr>
        <p:spPr>
          <a:xfrm>
            <a:off x="1197717" y="54310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CD19A-71D3-7720-FF68-EC5710C3A29B}"/>
              </a:ext>
            </a:extLst>
          </p:cNvPr>
          <p:cNvSpPr txBox="1"/>
          <p:nvPr/>
        </p:nvSpPr>
        <p:spPr>
          <a:xfrm>
            <a:off x="6692748" y="1338657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86B37-0094-FCE6-2C05-FEA7B19841FA}"/>
              </a:ext>
            </a:extLst>
          </p:cNvPr>
          <p:cNvSpPr txBox="1"/>
          <p:nvPr/>
        </p:nvSpPr>
        <p:spPr>
          <a:xfrm>
            <a:off x="6692747" y="1780388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(2,2,2,2)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8A49174-BCE5-54BB-577B-6BD8E2E50CBD}"/>
              </a:ext>
            </a:extLst>
          </p:cNvPr>
          <p:cNvCxnSpPr>
            <a:cxnSpLocks/>
          </p:cNvCxnSpPr>
          <p:nvPr/>
        </p:nvCxnSpPr>
        <p:spPr>
          <a:xfrm>
            <a:off x="6979185" y="1645041"/>
            <a:ext cx="299620" cy="27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2F2591F-D4B5-3296-DC04-66C9B7EE47DE}"/>
              </a:ext>
            </a:extLst>
          </p:cNvPr>
          <p:cNvCxnSpPr>
            <a:cxnSpLocks/>
          </p:cNvCxnSpPr>
          <p:nvPr/>
        </p:nvCxnSpPr>
        <p:spPr>
          <a:xfrm flipH="1">
            <a:off x="6979185" y="1645041"/>
            <a:ext cx="842791" cy="2306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BD3C6A-DD21-30C7-022E-681EA4871494}"/>
              </a:ext>
            </a:extLst>
          </p:cNvPr>
          <p:cNvSpPr/>
          <p:nvPr/>
        </p:nvSpPr>
        <p:spPr>
          <a:xfrm>
            <a:off x="1797670" y="274436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F077CF-F087-EDE8-4503-52B10EB67576}"/>
              </a:ext>
            </a:extLst>
          </p:cNvPr>
          <p:cNvSpPr/>
          <p:nvPr/>
        </p:nvSpPr>
        <p:spPr>
          <a:xfrm>
            <a:off x="1847895" y="341109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0A8F42-EF14-47B9-22A0-99BDC76BCEC6}"/>
              </a:ext>
            </a:extLst>
          </p:cNvPr>
          <p:cNvSpPr/>
          <p:nvPr/>
        </p:nvSpPr>
        <p:spPr>
          <a:xfrm>
            <a:off x="2271540" y="341109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43F9CFF-C769-A13C-DDAB-C3CB938E4FB9}"/>
              </a:ext>
            </a:extLst>
          </p:cNvPr>
          <p:cNvCxnSpPr>
            <a:cxnSpLocks/>
          </p:cNvCxnSpPr>
          <p:nvPr/>
        </p:nvCxnSpPr>
        <p:spPr>
          <a:xfrm>
            <a:off x="7272214" y="1641006"/>
            <a:ext cx="299620" cy="27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FBD6FB3-6300-3F4A-0F71-4C2DBF8CD49E}"/>
              </a:ext>
            </a:extLst>
          </p:cNvPr>
          <p:cNvCxnSpPr/>
          <p:nvPr/>
        </p:nvCxnSpPr>
        <p:spPr>
          <a:xfrm>
            <a:off x="9219319" y="39102"/>
            <a:ext cx="0" cy="400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8CFD8C-AE36-AB50-B264-CD6E4D7E0497}"/>
              </a:ext>
            </a:extLst>
          </p:cNvPr>
          <p:cNvSpPr/>
          <p:nvPr/>
        </p:nvSpPr>
        <p:spPr>
          <a:xfrm>
            <a:off x="2754876" y="275711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2D8575-01C2-AB77-4B1C-EBED9C5ED835}"/>
              </a:ext>
            </a:extLst>
          </p:cNvPr>
          <p:cNvSpPr/>
          <p:nvPr/>
        </p:nvSpPr>
        <p:spPr>
          <a:xfrm>
            <a:off x="2805101" y="342384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B4FFE3-0B96-D178-0AD9-6CFC29CE6D14}"/>
              </a:ext>
            </a:extLst>
          </p:cNvPr>
          <p:cNvSpPr/>
          <p:nvPr/>
        </p:nvSpPr>
        <p:spPr>
          <a:xfrm>
            <a:off x="3228746" y="342384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BF8EC21-89CE-DB6D-B7C4-09264D93774B}"/>
              </a:ext>
            </a:extLst>
          </p:cNvPr>
          <p:cNvSpPr/>
          <p:nvPr/>
        </p:nvSpPr>
        <p:spPr>
          <a:xfrm>
            <a:off x="1732856" y="881693"/>
            <a:ext cx="2039173" cy="6687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3414CA5-E6FD-0F4B-541A-7F173F07B3DC}"/>
              </a:ext>
            </a:extLst>
          </p:cNvPr>
          <p:cNvSpPr/>
          <p:nvPr/>
        </p:nvSpPr>
        <p:spPr>
          <a:xfrm>
            <a:off x="1797669" y="941942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D19BCA8-8016-FF52-9395-DE7025A539C0}"/>
              </a:ext>
            </a:extLst>
          </p:cNvPr>
          <p:cNvSpPr/>
          <p:nvPr/>
        </p:nvSpPr>
        <p:spPr>
          <a:xfrm>
            <a:off x="1847894" y="1008615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B32FE80-7127-5E4C-3DA0-BE207D2005FF}"/>
              </a:ext>
            </a:extLst>
          </p:cNvPr>
          <p:cNvSpPr/>
          <p:nvPr/>
        </p:nvSpPr>
        <p:spPr>
          <a:xfrm>
            <a:off x="2271539" y="1008615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325B47-61EC-A37A-5A24-54F3F0725768}"/>
              </a:ext>
            </a:extLst>
          </p:cNvPr>
          <p:cNvSpPr/>
          <p:nvPr/>
        </p:nvSpPr>
        <p:spPr>
          <a:xfrm>
            <a:off x="2754875" y="943217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B37F2F6-8A9E-CBC7-1925-50CE4E49F004}"/>
              </a:ext>
            </a:extLst>
          </p:cNvPr>
          <p:cNvSpPr/>
          <p:nvPr/>
        </p:nvSpPr>
        <p:spPr>
          <a:xfrm>
            <a:off x="2805100" y="1009890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595E7C6-419C-37A1-2B69-FF74C132DA4C}"/>
              </a:ext>
            </a:extLst>
          </p:cNvPr>
          <p:cNvSpPr/>
          <p:nvPr/>
        </p:nvSpPr>
        <p:spPr>
          <a:xfrm>
            <a:off x="3228745" y="1009890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BC1FDDB-37C9-41D5-9128-6F222A3EAD35}"/>
              </a:ext>
            </a:extLst>
          </p:cNvPr>
          <p:cNvSpPr/>
          <p:nvPr/>
        </p:nvSpPr>
        <p:spPr>
          <a:xfrm>
            <a:off x="1675773" y="1601941"/>
            <a:ext cx="2160009" cy="14473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3CD2BD0-E4FC-AAC1-70A5-65E1D2A6F193}"/>
              </a:ext>
            </a:extLst>
          </p:cNvPr>
          <p:cNvSpPr/>
          <p:nvPr/>
        </p:nvSpPr>
        <p:spPr>
          <a:xfrm>
            <a:off x="1732857" y="1653466"/>
            <a:ext cx="2039173" cy="6687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8C6FA8F-045C-48E1-73C4-D8868117DD85}"/>
              </a:ext>
            </a:extLst>
          </p:cNvPr>
          <p:cNvSpPr/>
          <p:nvPr/>
        </p:nvSpPr>
        <p:spPr>
          <a:xfrm>
            <a:off x="1797670" y="1713715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B17E51D-F0AC-3901-B2BD-A1A14432D52C}"/>
              </a:ext>
            </a:extLst>
          </p:cNvPr>
          <p:cNvSpPr/>
          <p:nvPr/>
        </p:nvSpPr>
        <p:spPr>
          <a:xfrm>
            <a:off x="1847895" y="1780388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492E933-45A9-A872-D971-B5C666A1A7A5}"/>
              </a:ext>
            </a:extLst>
          </p:cNvPr>
          <p:cNvSpPr/>
          <p:nvPr/>
        </p:nvSpPr>
        <p:spPr>
          <a:xfrm>
            <a:off x="2271540" y="1780388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10CBD88-7DDB-605C-9763-E83B4024DE1D}"/>
              </a:ext>
            </a:extLst>
          </p:cNvPr>
          <p:cNvSpPr/>
          <p:nvPr/>
        </p:nvSpPr>
        <p:spPr>
          <a:xfrm>
            <a:off x="2754876" y="1714990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35D71C8-313F-E252-54AA-95C74F048A17}"/>
              </a:ext>
            </a:extLst>
          </p:cNvPr>
          <p:cNvSpPr/>
          <p:nvPr/>
        </p:nvSpPr>
        <p:spPr>
          <a:xfrm>
            <a:off x="2805101" y="1781663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063BB72-8144-283C-BD09-2C4291032463}"/>
              </a:ext>
            </a:extLst>
          </p:cNvPr>
          <p:cNvSpPr/>
          <p:nvPr/>
        </p:nvSpPr>
        <p:spPr>
          <a:xfrm>
            <a:off x="3228746" y="1781663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97B174E-01B1-A832-6C9E-07DFA8A7DB42}"/>
              </a:ext>
            </a:extLst>
          </p:cNvPr>
          <p:cNvSpPr/>
          <p:nvPr/>
        </p:nvSpPr>
        <p:spPr>
          <a:xfrm>
            <a:off x="1732856" y="2320972"/>
            <a:ext cx="2039173" cy="6687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3DC1046-7096-F468-90B7-8F77D4FC16F9}"/>
              </a:ext>
            </a:extLst>
          </p:cNvPr>
          <p:cNvSpPr/>
          <p:nvPr/>
        </p:nvSpPr>
        <p:spPr>
          <a:xfrm>
            <a:off x="1797669" y="2381221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D86089E-E17D-00A7-1032-432242A5F555}"/>
              </a:ext>
            </a:extLst>
          </p:cNvPr>
          <p:cNvSpPr/>
          <p:nvPr/>
        </p:nvSpPr>
        <p:spPr>
          <a:xfrm>
            <a:off x="1847894" y="2447894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F520866-C9D6-3BAE-BE47-B2DA9A437565}"/>
              </a:ext>
            </a:extLst>
          </p:cNvPr>
          <p:cNvSpPr/>
          <p:nvPr/>
        </p:nvSpPr>
        <p:spPr>
          <a:xfrm>
            <a:off x="2271539" y="2447894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001EE8D-B56E-CC88-ECF9-B83E05C00F14}"/>
              </a:ext>
            </a:extLst>
          </p:cNvPr>
          <p:cNvSpPr/>
          <p:nvPr/>
        </p:nvSpPr>
        <p:spPr>
          <a:xfrm>
            <a:off x="2754875" y="2382496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8CACDB6-FCD9-0BD2-B841-5E4F93F5C613}"/>
              </a:ext>
            </a:extLst>
          </p:cNvPr>
          <p:cNvSpPr/>
          <p:nvPr/>
        </p:nvSpPr>
        <p:spPr>
          <a:xfrm>
            <a:off x="2805100" y="2449169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1A55F18-4BE4-4D23-133F-9F5390CAD748}"/>
              </a:ext>
            </a:extLst>
          </p:cNvPr>
          <p:cNvSpPr/>
          <p:nvPr/>
        </p:nvSpPr>
        <p:spPr>
          <a:xfrm>
            <a:off x="3228745" y="2449169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7F45378A-078E-1698-0917-CB908374C808}"/>
              </a:ext>
            </a:extLst>
          </p:cNvPr>
          <p:cNvCxnSpPr>
            <a:cxnSpLocks/>
          </p:cNvCxnSpPr>
          <p:nvPr/>
        </p:nvCxnSpPr>
        <p:spPr>
          <a:xfrm>
            <a:off x="7546090" y="1625738"/>
            <a:ext cx="299620" cy="27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BF4159D-C01B-AE35-D1B0-F3E360AD9872}"/>
              </a:ext>
            </a:extLst>
          </p:cNvPr>
          <p:cNvSpPr/>
          <p:nvPr/>
        </p:nvSpPr>
        <p:spPr>
          <a:xfrm>
            <a:off x="1670910" y="3269419"/>
            <a:ext cx="2160009" cy="14473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B3C8627-A3FD-3637-F939-F2A056A137C7}"/>
              </a:ext>
            </a:extLst>
          </p:cNvPr>
          <p:cNvSpPr/>
          <p:nvPr/>
        </p:nvSpPr>
        <p:spPr>
          <a:xfrm>
            <a:off x="1727994" y="3320944"/>
            <a:ext cx="2039173" cy="6687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8455660-C717-3003-35DC-64DFDF55F342}"/>
              </a:ext>
            </a:extLst>
          </p:cNvPr>
          <p:cNvSpPr/>
          <p:nvPr/>
        </p:nvSpPr>
        <p:spPr>
          <a:xfrm>
            <a:off x="1792807" y="3381193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F44FEB1-948E-CCC4-7987-A57DB684FFC9}"/>
              </a:ext>
            </a:extLst>
          </p:cNvPr>
          <p:cNvSpPr/>
          <p:nvPr/>
        </p:nvSpPr>
        <p:spPr>
          <a:xfrm>
            <a:off x="1843032" y="3447866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74240B4-B261-A91B-F097-259E0CCA7064}"/>
              </a:ext>
            </a:extLst>
          </p:cNvPr>
          <p:cNvSpPr/>
          <p:nvPr/>
        </p:nvSpPr>
        <p:spPr>
          <a:xfrm>
            <a:off x="2266677" y="3447866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3F90BB5-8693-CEDF-DB97-36FACF8B4EE0}"/>
              </a:ext>
            </a:extLst>
          </p:cNvPr>
          <p:cNvSpPr/>
          <p:nvPr/>
        </p:nvSpPr>
        <p:spPr>
          <a:xfrm>
            <a:off x="2750013" y="3382468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1AB1E35-967B-9364-FB7C-CD43D2A00709}"/>
              </a:ext>
            </a:extLst>
          </p:cNvPr>
          <p:cNvSpPr/>
          <p:nvPr/>
        </p:nvSpPr>
        <p:spPr>
          <a:xfrm>
            <a:off x="2800238" y="3449141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777BAA3-DA15-106C-B67D-49F27782D973}"/>
              </a:ext>
            </a:extLst>
          </p:cNvPr>
          <p:cNvSpPr/>
          <p:nvPr/>
        </p:nvSpPr>
        <p:spPr>
          <a:xfrm>
            <a:off x="3223883" y="3449141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DC055C5-668E-F555-19F9-E63477FC587D}"/>
              </a:ext>
            </a:extLst>
          </p:cNvPr>
          <p:cNvSpPr/>
          <p:nvPr/>
        </p:nvSpPr>
        <p:spPr>
          <a:xfrm>
            <a:off x="1727993" y="3988450"/>
            <a:ext cx="2039173" cy="6687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507F452-EB0D-2FD0-034D-7B51AC2FC6ED}"/>
              </a:ext>
            </a:extLst>
          </p:cNvPr>
          <p:cNvSpPr/>
          <p:nvPr/>
        </p:nvSpPr>
        <p:spPr>
          <a:xfrm>
            <a:off x="1792806" y="4048699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DB7FF4D-528B-B96C-88E6-D1812A10163B}"/>
              </a:ext>
            </a:extLst>
          </p:cNvPr>
          <p:cNvSpPr/>
          <p:nvPr/>
        </p:nvSpPr>
        <p:spPr>
          <a:xfrm>
            <a:off x="1843031" y="4115372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3473C34-BB9B-A4B8-7B83-EBA433DF9A42}"/>
              </a:ext>
            </a:extLst>
          </p:cNvPr>
          <p:cNvSpPr/>
          <p:nvPr/>
        </p:nvSpPr>
        <p:spPr>
          <a:xfrm>
            <a:off x="2266676" y="4115372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33DFF49-D666-1403-8DDA-DDB621836420}"/>
              </a:ext>
            </a:extLst>
          </p:cNvPr>
          <p:cNvSpPr/>
          <p:nvPr/>
        </p:nvSpPr>
        <p:spPr>
          <a:xfrm>
            <a:off x="2750012" y="4049974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D531FBD-2C76-48A4-5508-7A31BD8D8CF9}"/>
              </a:ext>
            </a:extLst>
          </p:cNvPr>
          <p:cNvSpPr/>
          <p:nvPr/>
        </p:nvSpPr>
        <p:spPr>
          <a:xfrm>
            <a:off x="2800237" y="4116647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8C295CB-3FCA-53A8-92C8-7E095A498716}"/>
              </a:ext>
            </a:extLst>
          </p:cNvPr>
          <p:cNvSpPr/>
          <p:nvPr/>
        </p:nvSpPr>
        <p:spPr>
          <a:xfrm>
            <a:off x="3223882" y="4116647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65AEEA73-F1CA-25E9-8AA4-AA7795D86A08}"/>
              </a:ext>
            </a:extLst>
          </p:cNvPr>
          <p:cNvSpPr/>
          <p:nvPr/>
        </p:nvSpPr>
        <p:spPr>
          <a:xfrm>
            <a:off x="1670910" y="4708698"/>
            <a:ext cx="2160009" cy="14473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5648370-FEEF-8813-C3F7-EDD920DFAB4E}"/>
              </a:ext>
            </a:extLst>
          </p:cNvPr>
          <p:cNvSpPr/>
          <p:nvPr/>
        </p:nvSpPr>
        <p:spPr>
          <a:xfrm>
            <a:off x="1727994" y="4760223"/>
            <a:ext cx="2039173" cy="6687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BFC4953-B663-4699-D9BD-CDBD8A35DA1C}"/>
              </a:ext>
            </a:extLst>
          </p:cNvPr>
          <p:cNvSpPr/>
          <p:nvPr/>
        </p:nvSpPr>
        <p:spPr>
          <a:xfrm>
            <a:off x="1792807" y="4820472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FCD985E-494A-001D-CFB7-ECCE8F9093DA}"/>
              </a:ext>
            </a:extLst>
          </p:cNvPr>
          <p:cNvSpPr/>
          <p:nvPr/>
        </p:nvSpPr>
        <p:spPr>
          <a:xfrm>
            <a:off x="1843032" y="4887145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54408507-91A1-9B1A-F11C-43BE93B38CC0}"/>
              </a:ext>
            </a:extLst>
          </p:cNvPr>
          <p:cNvSpPr/>
          <p:nvPr/>
        </p:nvSpPr>
        <p:spPr>
          <a:xfrm>
            <a:off x="2266677" y="4887145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C5B293F-F272-5BC3-213C-FB6693AC94D5}"/>
              </a:ext>
            </a:extLst>
          </p:cNvPr>
          <p:cNvSpPr/>
          <p:nvPr/>
        </p:nvSpPr>
        <p:spPr>
          <a:xfrm>
            <a:off x="2750013" y="4821747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FEC29E9-34AB-0E5B-F253-20E2D74276A7}"/>
              </a:ext>
            </a:extLst>
          </p:cNvPr>
          <p:cNvSpPr/>
          <p:nvPr/>
        </p:nvSpPr>
        <p:spPr>
          <a:xfrm>
            <a:off x="2800238" y="4888420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BE299BF-2275-4E26-4650-5A63218129DD}"/>
              </a:ext>
            </a:extLst>
          </p:cNvPr>
          <p:cNvSpPr/>
          <p:nvPr/>
        </p:nvSpPr>
        <p:spPr>
          <a:xfrm>
            <a:off x="3223883" y="4888420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B5CA5AB-15F6-3E18-A6CD-4F000CD037C4}"/>
              </a:ext>
            </a:extLst>
          </p:cNvPr>
          <p:cNvSpPr/>
          <p:nvPr/>
        </p:nvSpPr>
        <p:spPr>
          <a:xfrm>
            <a:off x="1727993" y="5427729"/>
            <a:ext cx="2039173" cy="6687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26161E55-1C23-5218-1FA1-C6C643587880}"/>
              </a:ext>
            </a:extLst>
          </p:cNvPr>
          <p:cNvSpPr/>
          <p:nvPr/>
        </p:nvSpPr>
        <p:spPr>
          <a:xfrm>
            <a:off x="1792806" y="5487978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796C1F-D8AB-DF59-3294-89B9F365B489}"/>
              </a:ext>
            </a:extLst>
          </p:cNvPr>
          <p:cNvSpPr/>
          <p:nvPr/>
        </p:nvSpPr>
        <p:spPr>
          <a:xfrm>
            <a:off x="1843031" y="5554651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ECC42E8-CE87-F9BF-EC85-1E5EF3D51485}"/>
              </a:ext>
            </a:extLst>
          </p:cNvPr>
          <p:cNvSpPr/>
          <p:nvPr/>
        </p:nvSpPr>
        <p:spPr>
          <a:xfrm>
            <a:off x="2266676" y="5554651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170674F-7568-900E-22AF-AD47D271C928}"/>
              </a:ext>
            </a:extLst>
          </p:cNvPr>
          <p:cNvSpPr/>
          <p:nvPr/>
        </p:nvSpPr>
        <p:spPr>
          <a:xfrm>
            <a:off x="2750012" y="5489253"/>
            <a:ext cx="957464" cy="544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D41DD5D-DF94-43F9-76A8-ADBD5D56B479}"/>
              </a:ext>
            </a:extLst>
          </p:cNvPr>
          <p:cNvSpPr/>
          <p:nvPr/>
        </p:nvSpPr>
        <p:spPr>
          <a:xfrm>
            <a:off x="2800237" y="5555926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C5535F2-BF31-E208-E13C-6C4BCF61082A}"/>
              </a:ext>
            </a:extLst>
          </p:cNvPr>
          <p:cNvSpPr/>
          <p:nvPr/>
        </p:nvSpPr>
        <p:spPr>
          <a:xfrm>
            <a:off x="3223882" y="5555926"/>
            <a:ext cx="423644" cy="4236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839312-76FA-1ACF-FC42-8251D6C01576}"/>
              </a:ext>
            </a:extLst>
          </p:cNvPr>
          <p:cNvSpPr txBox="1"/>
          <p:nvPr/>
        </p:nvSpPr>
        <p:spPr>
          <a:xfrm>
            <a:off x="4250151" y="2700106"/>
            <a:ext cx="201850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[[[[ 0  2]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[ 4  6]]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[[ 8 10]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[12 14]]]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[[[ 1  3]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[ 5  7]]</a:t>
            </a: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[[ 9 11]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[13 15]]]]</a:t>
            </a:r>
          </a:p>
        </p:txBody>
      </p:sp>
    </p:spTree>
    <p:extLst>
      <p:ext uri="{BB962C8B-B14F-4D97-AF65-F5344CB8AC3E}">
        <p14:creationId xmlns:p14="http://schemas.microsoft.com/office/powerpoint/2010/main" val="2722674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1BE9988-D791-52A5-B83A-63A2C4FADCEC}"/>
              </a:ext>
            </a:extLst>
          </p:cNvPr>
          <p:cNvSpPr/>
          <p:nvPr/>
        </p:nvSpPr>
        <p:spPr>
          <a:xfrm>
            <a:off x="4999043" y="50197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3EEE5F-8E67-BEBF-F6B8-618FFCFB042E}"/>
              </a:ext>
            </a:extLst>
          </p:cNvPr>
          <p:cNvSpPr/>
          <p:nvPr/>
        </p:nvSpPr>
        <p:spPr>
          <a:xfrm>
            <a:off x="5522344" y="50197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C318DD-EA32-D044-293B-53E2B5A6BCE1}"/>
              </a:ext>
            </a:extLst>
          </p:cNvPr>
          <p:cNvSpPr/>
          <p:nvPr/>
        </p:nvSpPr>
        <p:spPr>
          <a:xfrm>
            <a:off x="6045645" y="50197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CA91F5-663C-809F-D6E2-34E82A7DF31A}"/>
              </a:ext>
            </a:extLst>
          </p:cNvPr>
          <p:cNvSpPr/>
          <p:nvPr/>
        </p:nvSpPr>
        <p:spPr>
          <a:xfrm>
            <a:off x="7092247" y="50197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6DB091-9ABB-37BE-9D8A-6CEC012FCA9C}"/>
              </a:ext>
            </a:extLst>
          </p:cNvPr>
          <p:cNvSpPr/>
          <p:nvPr/>
        </p:nvSpPr>
        <p:spPr>
          <a:xfrm>
            <a:off x="7615548" y="501976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8DA7E7-4DBC-ACF5-9E9A-E27441711339}"/>
              </a:ext>
            </a:extLst>
          </p:cNvPr>
          <p:cNvSpPr/>
          <p:nvPr/>
        </p:nvSpPr>
        <p:spPr>
          <a:xfrm>
            <a:off x="8138849" y="501975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B1BED-E21C-6DD7-65B8-291459D35506}"/>
              </a:ext>
            </a:extLst>
          </p:cNvPr>
          <p:cNvSpPr txBox="1"/>
          <p:nvPr/>
        </p:nvSpPr>
        <p:spPr>
          <a:xfrm>
            <a:off x="6667731" y="5019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059D0-19AF-1E0B-3745-941CC1ADA7DD}"/>
              </a:ext>
            </a:extLst>
          </p:cNvPr>
          <p:cNvSpPr txBox="1"/>
          <p:nvPr/>
        </p:nvSpPr>
        <p:spPr>
          <a:xfrm>
            <a:off x="644487" y="363557"/>
            <a:ext cx="3147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np.array([1,2,3])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b = np.array([1,1,1])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np.dot(a,b)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97462-A9DC-1402-35D4-4ECEC8952103}"/>
              </a:ext>
            </a:extLst>
          </p:cNvPr>
          <p:cNvSpPr txBox="1"/>
          <p:nvPr/>
        </p:nvSpPr>
        <p:spPr>
          <a:xfrm>
            <a:off x="5783994" y="1413580"/>
            <a:ext cx="3730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(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,)(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,) =&gt; ()</a:t>
            </a:r>
            <a:endParaRPr lang="ko-KR" altLang="en-US" sz="3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33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6A5D76-A119-48BB-872B-F22215F0CB97}"/>
              </a:ext>
            </a:extLst>
          </p:cNvPr>
          <p:cNvSpPr/>
          <p:nvPr/>
        </p:nvSpPr>
        <p:spPr>
          <a:xfrm>
            <a:off x="4936888" y="440379"/>
            <a:ext cx="1689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BE9988-D791-52A5-B83A-63A2C4FADCEC}"/>
              </a:ext>
            </a:extLst>
          </p:cNvPr>
          <p:cNvSpPr/>
          <p:nvPr/>
        </p:nvSpPr>
        <p:spPr>
          <a:xfrm>
            <a:off x="4999043" y="50197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3EEE5F-8E67-BEBF-F6B8-618FFCFB042E}"/>
              </a:ext>
            </a:extLst>
          </p:cNvPr>
          <p:cNvSpPr/>
          <p:nvPr/>
        </p:nvSpPr>
        <p:spPr>
          <a:xfrm>
            <a:off x="5522344" y="50197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C318DD-EA32-D044-293B-53E2B5A6BCE1}"/>
              </a:ext>
            </a:extLst>
          </p:cNvPr>
          <p:cNvSpPr/>
          <p:nvPr/>
        </p:nvSpPr>
        <p:spPr>
          <a:xfrm>
            <a:off x="6045645" y="50197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CA91F5-663C-809F-D6E2-34E82A7DF31A}"/>
              </a:ext>
            </a:extLst>
          </p:cNvPr>
          <p:cNvSpPr/>
          <p:nvPr/>
        </p:nvSpPr>
        <p:spPr>
          <a:xfrm>
            <a:off x="7092247" y="50197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6DB091-9ABB-37BE-9D8A-6CEC012FCA9C}"/>
              </a:ext>
            </a:extLst>
          </p:cNvPr>
          <p:cNvSpPr/>
          <p:nvPr/>
        </p:nvSpPr>
        <p:spPr>
          <a:xfrm>
            <a:off x="7615548" y="501976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8DA7E7-4DBC-ACF5-9E9A-E27441711339}"/>
              </a:ext>
            </a:extLst>
          </p:cNvPr>
          <p:cNvSpPr/>
          <p:nvPr/>
        </p:nvSpPr>
        <p:spPr>
          <a:xfrm>
            <a:off x="8138849" y="501975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B1BED-E21C-6DD7-65B8-291459D35506}"/>
              </a:ext>
            </a:extLst>
          </p:cNvPr>
          <p:cNvSpPr txBox="1"/>
          <p:nvPr/>
        </p:nvSpPr>
        <p:spPr>
          <a:xfrm>
            <a:off x="6667731" y="5019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059D0-19AF-1E0B-3745-941CC1ADA7DD}"/>
              </a:ext>
            </a:extLst>
          </p:cNvPr>
          <p:cNvSpPr txBox="1"/>
          <p:nvPr/>
        </p:nvSpPr>
        <p:spPr>
          <a:xfrm>
            <a:off x="644487" y="363557"/>
            <a:ext cx="34291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np.array([[1,2,3]])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b = np.array([1,1,1])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np.dot(a,b)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97462-A9DC-1402-35D4-4ECEC8952103}"/>
              </a:ext>
            </a:extLst>
          </p:cNvPr>
          <p:cNvSpPr txBox="1"/>
          <p:nvPr/>
        </p:nvSpPr>
        <p:spPr>
          <a:xfrm>
            <a:off x="5783994" y="1413580"/>
            <a:ext cx="4490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(1,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)(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,) =&gt; (1,)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56F573F5-1EE8-4EAE-EE57-1E36280FD7D7}"/>
              </a:ext>
            </a:extLst>
          </p:cNvPr>
          <p:cNvSpPr/>
          <p:nvPr/>
        </p:nvSpPr>
        <p:spPr>
          <a:xfrm>
            <a:off x="4999043" y="71610"/>
            <a:ext cx="1467858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CA8230D-9515-9DCB-0D94-28626BF5469E}"/>
              </a:ext>
            </a:extLst>
          </p:cNvPr>
          <p:cNvSpPr/>
          <p:nvPr/>
        </p:nvSpPr>
        <p:spPr>
          <a:xfrm>
            <a:off x="7143269" y="71610"/>
            <a:ext cx="1467858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286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6A5D76-A119-48BB-872B-F22215F0CB97}"/>
              </a:ext>
            </a:extLst>
          </p:cNvPr>
          <p:cNvSpPr/>
          <p:nvPr/>
        </p:nvSpPr>
        <p:spPr>
          <a:xfrm>
            <a:off x="7489391" y="492788"/>
            <a:ext cx="64945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BE9988-D791-52A5-B83A-63A2C4FADCEC}"/>
              </a:ext>
            </a:extLst>
          </p:cNvPr>
          <p:cNvSpPr/>
          <p:nvPr/>
        </p:nvSpPr>
        <p:spPr>
          <a:xfrm>
            <a:off x="4999043" y="50197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3EEE5F-8E67-BEBF-F6B8-618FFCFB042E}"/>
              </a:ext>
            </a:extLst>
          </p:cNvPr>
          <p:cNvSpPr/>
          <p:nvPr/>
        </p:nvSpPr>
        <p:spPr>
          <a:xfrm>
            <a:off x="5522344" y="50197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C318DD-EA32-D044-293B-53E2B5A6BCE1}"/>
              </a:ext>
            </a:extLst>
          </p:cNvPr>
          <p:cNvSpPr/>
          <p:nvPr/>
        </p:nvSpPr>
        <p:spPr>
          <a:xfrm>
            <a:off x="6045645" y="50197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CA91F5-663C-809F-D6E2-34E82A7DF31A}"/>
              </a:ext>
            </a:extLst>
          </p:cNvPr>
          <p:cNvSpPr/>
          <p:nvPr/>
        </p:nvSpPr>
        <p:spPr>
          <a:xfrm>
            <a:off x="7562985" y="554304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B1BED-E21C-6DD7-65B8-291459D35506}"/>
              </a:ext>
            </a:extLst>
          </p:cNvPr>
          <p:cNvSpPr txBox="1"/>
          <p:nvPr/>
        </p:nvSpPr>
        <p:spPr>
          <a:xfrm>
            <a:off x="6667731" y="5019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059D0-19AF-1E0B-3745-941CC1ADA7DD}"/>
              </a:ext>
            </a:extLst>
          </p:cNvPr>
          <p:cNvSpPr txBox="1"/>
          <p:nvPr/>
        </p:nvSpPr>
        <p:spPr>
          <a:xfrm>
            <a:off x="644487" y="363557"/>
            <a:ext cx="39934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np.array([1,2,3])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b = np.array([[1],[1],[1]])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np.dot(a,b)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97462-A9DC-1402-35D4-4ECEC8952103}"/>
              </a:ext>
            </a:extLst>
          </p:cNvPr>
          <p:cNvSpPr txBox="1"/>
          <p:nvPr/>
        </p:nvSpPr>
        <p:spPr>
          <a:xfrm>
            <a:off x="5370862" y="3291956"/>
            <a:ext cx="4490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(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3,</a:t>
            </a:r>
            <a:r>
              <a:rPr lang="en-US" altLang="ko-KR" sz="3600">
                <a:latin typeface="Consolas" panose="020B0609020204030204" pitchFamily="49" charset="0"/>
              </a:rPr>
              <a:t>)(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,1) =&gt; (1,)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56F573F5-1EE8-4EAE-EE57-1E36280FD7D7}"/>
              </a:ext>
            </a:extLst>
          </p:cNvPr>
          <p:cNvSpPr/>
          <p:nvPr/>
        </p:nvSpPr>
        <p:spPr>
          <a:xfrm>
            <a:off x="4999043" y="71610"/>
            <a:ext cx="1467858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CA8230D-9515-9DCB-0D94-28626BF5469E}"/>
              </a:ext>
            </a:extLst>
          </p:cNvPr>
          <p:cNvSpPr/>
          <p:nvPr/>
        </p:nvSpPr>
        <p:spPr>
          <a:xfrm rot="5400000">
            <a:off x="6397241" y="1385764"/>
            <a:ext cx="1681956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8A77E8-71F0-F5B1-F251-73ED07BEF418}"/>
              </a:ext>
            </a:extLst>
          </p:cNvPr>
          <p:cNvSpPr/>
          <p:nvPr/>
        </p:nvSpPr>
        <p:spPr>
          <a:xfrm>
            <a:off x="7488331" y="1153596"/>
            <a:ext cx="64945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338C96-0136-3C1E-3D42-921BEA91B3FC}"/>
              </a:ext>
            </a:extLst>
          </p:cNvPr>
          <p:cNvSpPr/>
          <p:nvPr/>
        </p:nvSpPr>
        <p:spPr>
          <a:xfrm>
            <a:off x="7561925" y="1215112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E3386B-F41F-8195-828F-084DE69DEB6C}"/>
              </a:ext>
            </a:extLst>
          </p:cNvPr>
          <p:cNvSpPr/>
          <p:nvPr/>
        </p:nvSpPr>
        <p:spPr>
          <a:xfrm>
            <a:off x="7487271" y="1814404"/>
            <a:ext cx="64945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FEB9C0-B07A-D3F6-01D2-45285D5DBA81}"/>
              </a:ext>
            </a:extLst>
          </p:cNvPr>
          <p:cNvSpPr/>
          <p:nvPr/>
        </p:nvSpPr>
        <p:spPr>
          <a:xfrm>
            <a:off x="7560865" y="187592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888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94AC98F-ACC5-F6D9-7EAF-6EB32D7DF8E0}"/>
              </a:ext>
            </a:extLst>
          </p:cNvPr>
          <p:cNvSpPr/>
          <p:nvPr/>
        </p:nvSpPr>
        <p:spPr>
          <a:xfrm>
            <a:off x="5235216" y="1464116"/>
            <a:ext cx="1716427" cy="6731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6A5D76-A119-48BB-872B-F22215F0CB97}"/>
              </a:ext>
            </a:extLst>
          </p:cNvPr>
          <p:cNvSpPr/>
          <p:nvPr/>
        </p:nvSpPr>
        <p:spPr>
          <a:xfrm>
            <a:off x="7903460" y="1274106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BE9988-D791-52A5-B83A-63A2C4FADCEC}"/>
              </a:ext>
            </a:extLst>
          </p:cNvPr>
          <p:cNvSpPr/>
          <p:nvPr/>
        </p:nvSpPr>
        <p:spPr>
          <a:xfrm>
            <a:off x="5311048" y="154011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3EEE5F-8E67-BEBF-F6B8-618FFCFB042E}"/>
              </a:ext>
            </a:extLst>
          </p:cNvPr>
          <p:cNvSpPr/>
          <p:nvPr/>
        </p:nvSpPr>
        <p:spPr>
          <a:xfrm>
            <a:off x="5834349" y="154010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C318DD-EA32-D044-293B-53E2B5A6BCE1}"/>
              </a:ext>
            </a:extLst>
          </p:cNvPr>
          <p:cNvSpPr/>
          <p:nvPr/>
        </p:nvSpPr>
        <p:spPr>
          <a:xfrm>
            <a:off x="6357650" y="154010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CA91F5-663C-809F-D6E2-34E82A7DF31A}"/>
              </a:ext>
            </a:extLst>
          </p:cNvPr>
          <p:cNvSpPr/>
          <p:nvPr/>
        </p:nvSpPr>
        <p:spPr>
          <a:xfrm>
            <a:off x="7977054" y="1335622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B1BED-E21C-6DD7-65B8-291459D35506}"/>
              </a:ext>
            </a:extLst>
          </p:cNvPr>
          <p:cNvSpPr txBox="1"/>
          <p:nvPr/>
        </p:nvSpPr>
        <p:spPr>
          <a:xfrm>
            <a:off x="7225046" y="18633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059D0-19AF-1E0B-3745-941CC1ADA7DD}"/>
              </a:ext>
            </a:extLst>
          </p:cNvPr>
          <p:cNvSpPr txBox="1"/>
          <p:nvPr/>
        </p:nvSpPr>
        <p:spPr>
          <a:xfrm>
            <a:off x="644487" y="363557"/>
            <a:ext cx="328808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np.array([[1,2,3],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     [4,5,6])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b = np.array([[1,2],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[1,2],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[1,2]])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np.dot(a,b)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97462-A9DC-1402-35D4-4ECEC8952103}"/>
              </a:ext>
            </a:extLst>
          </p:cNvPr>
          <p:cNvSpPr txBox="1"/>
          <p:nvPr/>
        </p:nvSpPr>
        <p:spPr>
          <a:xfrm>
            <a:off x="6015349" y="3615947"/>
            <a:ext cx="4996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(2,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)(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,2) =&gt; (2,2)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56F573F5-1EE8-4EAE-EE57-1E36280FD7D7}"/>
              </a:ext>
            </a:extLst>
          </p:cNvPr>
          <p:cNvSpPr/>
          <p:nvPr/>
        </p:nvSpPr>
        <p:spPr>
          <a:xfrm>
            <a:off x="5437903" y="2928491"/>
            <a:ext cx="1467858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CA8230D-9515-9DCB-0D94-28626BF5469E}"/>
              </a:ext>
            </a:extLst>
          </p:cNvPr>
          <p:cNvSpPr/>
          <p:nvPr/>
        </p:nvSpPr>
        <p:spPr>
          <a:xfrm rot="5400000">
            <a:off x="8590064" y="2215765"/>
            <a:ext cx="1681956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8A77E8-71F0-F5B1-F251-73ED07BEF418}"/>
              </a:ext>
            </a:extLst>
          </p:cNvPr>
          <p:cNvSpPr/>
          <p:nvPr/>
        </p:nvSpPr>
        <p:spPr>
          <a:xfrm>
            <a:off x="7902400" y="1934914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338C96-0136-3C1E-3D42-921BEA91B3FC}"/>
              </a:ext>
            </a:extLst>
          </p:cNvPr>
          <p:cNvSpPr/>
          <p:nvPr/>
        </p:nvSpPr>
        <p:spPr>
          <a:xfrm>
            <a:off x="7975994" y="199643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E3386B-F41F-8195-828F-084DE69DEB6C}"/>
              </a:ext>
            </a:extLst>
          </p:cNvPr>
          <p:cNvSpPr/>
          <p:nvPr/>
        </p:nvSpPr>
        <p:spPr>
          <a:xfrm>
            <a:off x="7901340" y="2595722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FEB9C0-B07A-D3F6-01D2-45285D5DBA81}"/>
              </a:ext>
            </a:extLst>
          </p:cNvPr>
          <p:cNvSpPr/>
          <p:nvPr/>
        </p:nvSpPr>
        <p:spPr>
          <a:xfrm>
            <a:off x="7974934" y="265723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D49C10-80FC-D514-E648-F514FB25554E}"/>
              </a:ext>
            </a:extLst>
          </p:cNvPr>
          <p:cNvSpPr/>
          <p:nvPr/>
        </p:nvSpPr>
        <p:spPr>
          <a:xfrm>
            <a:off x="5235216" y="2137272"/>
            <a:ext cx="1716427" cy="6731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7DA406-9104-3E10-8E02-E66FF0CAD547}"/>
              </a:ext>
            </a:extLst>
          </p:cNvPr>
          <p:cNvSpPr/>
          <p:nvPr/>
        </p:nvSpPr>
        <p:spPr>
          <a:xfrm>
            <a:off x="5311048" y="2213266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A56087-EDFA-4747-116F-B3D7DEF69D79}"/>
              </a:ext>
            </a:extLst>
          </p:cNvPr>
          <p:cNvSpPr/>
          <p:nvPr/>
        </p:nvSpPr>
        <p:spPr>
          <a:xfrm>
            <a:off x="5834349" y="2213265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8A4C12-CA09-1078-2361-6E0FE91528D8}"/>
              </a:ext>
            </a:extLst>
          </p:cNvPr>
          <p:cNvSpPr/>
          <p:nvPr/>
        </p:nvSpPr>
        <p:spPr>
          <a:xfrm>
            <a:off x="6357650" y="2213264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907C8C0-A01D-FAE7-E683-F3A0A92F6C28}"/>
              </a:ext>
            </a:extLst>
          </p:cNvPr>
          <p:cNvSpPr/>
          <p:nvPr/>
        </p:nvSpPr>
        <p:spPr>
          <a:xfrm>
            <a:off x="8500355" y="134326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60F52E-23AA-83CD-F8DE-0D179EF94137}"/>
              </a:ext>
            </a:extLst>
          </p:cNvPr>
          <p:cNvSpPr/>
          <p:nvPr/>
        </p:nvSpPr>
        <p:spPr>
          <a:xfrm>
            <a:off x="8499295" y="200407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B0B1D3A-30D9-E5A6-1244-5085FCEE01CD}"/>
              </a:ext>
            </a:extLst>
          </p:cNvPr>
          <p:cNvSpPr/>
          <p:nvPr/>
        </p:nvSpPr>
        <p:spPr>
          <a:xfrm>
            <a:off x="8498235" y="2664885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B4138A-25EA-693A-C773-EB5199420112}"/>
              </a:ext>
            </a:extLst>
          </p:cNvPr>
          <p:cNvSpPr/>
          <p:nvPr/>
        </p:nvSpPr>
        <p:spPr>
          <a:xfrm>
            <a:off x="9914038" y="1363254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FC3921-F415-D2CD-3884-3DFC9D2E7951}"/>
              </a:ext>
            </a:extLst>
          </p:cNvPr>
          <p:cNvSpPr/>
          <p:nvPr/>
        </p:nvSpPr>
        <p:spPr>
          <a:xfrm>
            <a:off x="9987632" y="142477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25F5A7-769A-823E-2D4D-55409E2769FD}"/>
              </a:ext>
            </a:extLst>
          </p:cNvPr>
          <p:cNvSpPr/>
          <p:nvPr/>
        </p:nvSpPr>
        <p:spPr>
          <a:xfrm>
            <a:off x="9912978" y="2024062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1EA3804-04E0-D074-47C1-9DBED80274E4}"/>
              </a:ext>
            </a:extLst>
          </p:cNvPr>
          <p:cNvSpPr/>
          <p:nvPr/>
        </p:nvSpPr>
        <p:spPr>
          <a:xfrm>
            <a:off x="9986572" y="208557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08CD1F-0809-5690-4D09-F35B7C8B54C0}"/>
              </a:ext>
            </a:extLst>
          </p:cNvPr>
          <p:cNvSpPr/>
          <p:nvPr/>
        </p:nvSpPr>
        <p:spPr>
          <a:xfrm>
            <a:off x="10510933" y="143241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137B0EF-55DF-4A41-0AD5-2A15F956A852}"/>
              </a:ext>
            </a:extLst>
          </p:cNvPr>
          <p:cNvSpPr/>
          <p:nvPr/>
        </p:nvSpPr>
        <p:spPr>
          <a:xfrm>
            <a:off x="10517308" y="2085576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11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94AC98F-ACC5-F6D9-7EAF-6EB32D7DF8E0}"/>
              </a:ext>
            </a:extLst>
          </p:cNvPr>
          <p:cNvSpPr/>
          <p:nvPr/>
        </p:nvSpPr>
        <p:spPr>
          <a:xfrm>
            <a:off x="5235216" y="1464116"/>
            <a:ext cx="1716427" cy="6731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6A5D76-A119-48BB-872B-F22215F0CB97}"/>
              </a:ext>
            </a:extLst>
          </p:cNvPr>
          <p:cNvSpPr/>
          <p:nvPr/>
        </p:nvSpPr>
        <p:spPr>
          <a:xfrm>
            <a:off x="7903460" y="1274106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BE9988-D791-52A5-B83A-63A2C4FADCEC}"/>
              </a:ext>
            </a:extLst>
          </p:cNvPr>
          <p:cNvSpPr/>
          <p:nvPr/>
        </p:nvSpPr>
        <p:spPr>
          <a:xfrm>
            <a:off x="5311048" y="154011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3EEE5F-8E67-BEBF-F6B8-618FFCFB042E}"/>
              </a:ext>
            </a:extLst>
          </p:cNvPr>
          <p:cNvSpPr/>
          <p:nvPr/>
        </p:nvSpPr>
        <p:spPr>
          <a:xfrm>
            <a:off x="5834349" y="154010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C318DD-EA32-D044-293B-53E2B5A6BCE1}"/>
              </a:ext>
            </a:extLst>
          </p:cNvPr>
          <p:cNvSpPr/>
          <p:nvPr/>
        </p:nvSpPr>
        <p:spPr>
          <a:xfrm>
            <a:off x="6357650" y="154010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CA91F5-663C-809F-D6E2-34E82A7DF31A}"/>
              </a:ext>
            </a:extLst>
          </p:cNvPr>
          <p:cNvSpPr/>
          <p:nvPr/>
        </p:nvSpPr>
        <p:spPr>
          <a:xfrm>
            <a:off x="7977054" y="1335622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B1BED-E21C-6DD7-65B8-291459D35506}"/>
              </a:ext>
            </a:extLst>
          </p:cNvPr>
          <p:cNvSpPr txBox="1"/>
          <p:nvPr/>
        </p:nvSpPr>
        <p:spPr>
          <a:xfrm>
            <a:off x="7225046" y="18633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059D0-19AF-1E0B-3745-941CC1ADA7DD}"/>
              </a:ext>
            </a:extLst>
          </p:cNvPr>
          <p:cNvSpPr txBox="1"/>
          <p:nvPr/>
        </p:nvSpPr>
        <p:spPr>
          <a:xfrm>
            <a:off x="644487" y="363557"/>
            <a:ext cx="328808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np.array([[1,2,3],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     [4,5,6])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b = np.array([[1,2],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[1,2],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[1,2]])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np.dot(a,b)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97462-A9DC-1402-35D4-4ECEC8952103}"/>
              </a:ext>
            </a:extLst>
          </p:cNvPr>
          <p:cNvSpPr txBox="1"/>
          <p:nvPr/>
        </p:nvSpPr>
        <p:spPr>
          <a:xfrm>
            <a:off x="6015349" y="3615947"/>
            <a:ext cx="4996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(2,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)(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,2) =&gt; (2,2)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56F573F5-1EE8-4EAE-EE57-1E36280FD7D7}"/>
              </a:ext>
            </a:extLst>
          </p:cNvPr>
          <p:cNvSpPr/>
          <p:nvPr/>
        </p:nvSpPr>
        <p:spPr>
          <a:xfrm>
            <a:off x="5437903" y="2928491"/>
            <a:ext cx="1467858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CA8230D-9515-9DCB-0D94-28626BF5469E}"/>
              </a:ext>
            </a:extLst>
          </p:cNvPr>
          <p:cNvSpPr/>
          <p:nvPr/>
        </p:nvSpPr>
        <p:spPr>
          <a:xfrm rot="5400000">
            <a:off x="8590064" y="2215765"/>
            <a:ext cx="1681956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8A77E8-71F0-F5B1-F251-73ED07BEF418}"/>
              </a:ext>
            </a:extLst>
          </p:cNvPr>
          <p:cNvSpPr/>
          <p:nvPr/>
        </p:nvSpPr>
        <p:spPr>
          <a:xfrm>
            <a:off x="7902400" y="1934914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338C96-0136-3C1E-3D42-921BEA91B3FC}"/>
              </a:ext>
            </a:extLst>
          </p:cNvPr>
          <p:cNvSpPr/>
          <p:nvPr/>
        </p:nvSpPr>
        <p:spPr>
          <a:xfrm>
            <a:off x="7975994" y="199643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E3386B-F41F-8195-828F-084DE69DEB6C}"/>
              </a:ext>
            </a:extLst>
          </p:cNvPr>
          <p:cNvSpPr/>
          <p:nvPr/>
        </p:nvSpPr>
        <p:spPr>
          <a:xfrm>
            <a:off x="7901340" y="2595722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FEB9C0-B07A-D3F6-01D2-45285D5DBA81}"/>
              </a:ext>
            </a:extLst>
          </p:cNvPr>
          <p:cNvSpPr/>
          <p:nvPr/>
        </p:nvSpPr>
        <p:spPr>
          <a:xfrm>
            <a:off x="7974934" y="265723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D49C10-80FC-D514-E648-F514FB25554E}"/>
              </a:ext>
            </a:extLst>
          </p:cNvPr>
          <p:cNvSpPr/>
          <p:nvPr/>
        </p:nvSpPr>
        <p:spPr>
          <a:xfrm>
            <a:off x="5235216" y="2137272"/>
            <a:ext cx="1716427" cy="6731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7DA406-9104-3E10-8E02-E66FF0CAD547}"/>
              </a:ext>
            </a:extLst>
          </p:cNvPr>
          <p:cNvSpPr/>
          <p:nvPr/>
        </p:nvSpPr>
        <p:spPr>
          <a:xfrm>
            <a:off x="5311048" y="2213266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A56087-EDFA-4747-116F-B3D7DEF69D79}"/>
              </a:ext>
            </a:extLst>
          </p:cNvPr>
          <p:cNvSpPr/>
          <p:nvPr/>
        </p:nvSpPr>
        <p:spPr>
          <a:xfrm>
            <a:off x="5834349" y="2213265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8A4C12-CA09-1078-2361-6E0FE91528D8}"/>
              </a:ext>
            </a:extLst>
          </p:cNvPr>
          <p:cNvSpPr/>
          <p:nvPr/>
        </p:nvSpPr>
        <p:spPr>
          <a:xfrm>
            <a:off x="6357650" y="2213264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907C8C0-A01D-FAE7-E683-F3A0A92F6C28}"/>
              </a:ext>
            </a:extLst>
          </p:cNvPr>
          <p:cNvSpPr/>
          <p:nvPr/>
        </p:nvSpPr>
        <p:spPr>
          <a:xfrm>
            <a:off x="8500355" y="134326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60F52E-23AA-83CD-F8DE-0D179EF94137}"/>
              </a:ext>
            </a:extLst>
          </p:cNvPr>
          <p:cNvSpPr/>
          <p:nvPr/>
        </p:nvSpPr>
        <p:spPr>
          <a:xfrm>
            <a:off x="8499295" y="200407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B0B1D3A-30D9-E5A6-1244-5085FCEE01CD}"/>
              </a:ext>
            </a:extLst>
          </p:cNvPr>
          <p:cNvSpPr/>
          <p:nvPr/>
        </p:nvSpPr>
        <p:spPr>
          <a:xfrm>
            <a:off x="8498235" y="2664885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B4138A-25EA-693A-C773-EB5199420112}"/>
              </a:ext>
            </a:extLst>
          </p:cNvPr>
          <p:cNvSpPr/>
          <p:nvPr/>
        </p:nvSpPr>
        <p:spPr>
          <a:xfrm>
            <a:off x="9914038" y="1363254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FC3921-F415-D2CD-3884-3DFC9D2E7951}"/>
              </a:ext>
            </a:extLst>
          </p:cNvPr>
          <p:cNvSpPr/>
          <p:nvPr/>
        </p:nvSpPr>
        <p:spPr>
          <a:xfrm>
            <a:off x="9987632" y="142477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25F5A7-769A-823E-2D4D-55409E2769FD}"/>
              </a:ext>
            </a:extLst>
          </p:cNvPr>
          <p:cNvSpPr/>
          <p:nvPr/>
        </p:nvSpPr>
        <p:spPr>
          <a:xfrm>
            <a:off x="9912978" y="2024062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1EA3804-04E0-D074-47C1-9DBED80274E4}"/>
              </a:ext>
            </a:extLst>
          </p:cNvPr>
          <p:cNvSpPr/>
          <p:nvPr/>
        </p:nvSpPr>
        <p:spPr>
          <a:xfrm>
            <a:off x="9986572" y="208557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08CD1F-0809-5690-4D09-F35B7C8B54C0}"/>
              </a:ext>
            </a:extLst>
          </p:cNvPr>
          <p:cNvSpPr/>
          <p:nvPr/>
        </p:nvSpPr>
        <p:spPr>
          <a:xfrm>
            <a:off x="10510933" y="143241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137B0EF-55DF-4A41-0AD5-2A15F956A852}"/>
              </a:ext>
            </a:extLst>
          </p:cNvPr>
          <p:cNvSpPr/>
          <p:nvPr/>
        </p:nvSpPr>
        <p:spPr>
          <a:xfrm>
            <a:off x="10517308" y="2085576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C76218-A49A-DF0A-4E4B-EEC825E20566}"/>
              </a:ext>
            </a:extLst>
          </p:cNvPr>
          <p:cNvSpPr txBox="1"/>
          <p:nvPr/>
        </p:nvSpPr>
        <p:spPr>
          <a:xfrm>
            <a:off x="5761822" y="68304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x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C49203-F9CF-5309-6575-38580DDA8C30}"/>
              </a:ext>
            </a:extLst>
          </p:cNvPr>
          <p:cNvSpPr txBox="1"/>
          <p:nvPr/>
        </p:nvSpPr>
        <p:spPr>
          <a:xfrm>
            <a:off x="8259435" y="560739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w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473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94AC98F-ACC5-F6D9-7EAF-6EB32D7DF8E0}"/>
              </a:ext>
            </a:extLst>
          </p:cNvPr>
          <p:cNvSpPr/>
          <p:nvPr/>
        </p:nvSpPr>
        <p:spPr>
          <a:xfrm>
            <a:off x="5235216" y="1464116"/>
            <a:ext cx="1716427" cy="6731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6A5D76-A119-48BB-872B-F22215F0CB97}"/>
              </a:ext>
            </a:extLst>
          </p:cNvPr>
          <p:cNvSpPr/>
          <p:nvPr/>
        </p:nvSpPr>
        <p:spPr>
          <a:xfrm>
            <a:off x="7903460" y="1274106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BE9988-D791-52A5-B83A-63A2C4FADCEC}"/>
              </a:ext>
            </a:extLst>
          </p:cNvPr>
          <p:cNvSpPr/>
          <p:nvPr/>
        </p:nvSpPr>
        <p:spPr>
          <a:xfrm>
            <a:off x="5311048" y="154011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3EEE5F-8E67-BEBF-F6B8-618FFCFB042E}"/>
              </a:ext>
            </a:extLst>
          </p:cNvPr>
          <p:cNvSpPr/>
          <p:nvPr/>
        </p:nvSpPr>
        <p:spPr>
          <a:xfrm>
            <a:off x="5834349" y="154010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C318DD-EA32-D044-293B-53E2B5A6BCE1}"/>
              </a:ext>
            </a:extLst>
          </p:cNvPr>
          <p:cNvSpPr/>
          <p:nvPr/>
        </p:nvSpPr>
        <p:spPr>
          <a:xfrm>
            <a:off x="6357650" y="154010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CA91F5-663C-809F-D6E2-34E82A7DF31A}"/>
              </a:ext>
            </a:extLst>
          </p:cNvPr>
          <p:cNvSpPr/>
          <p:nvPr/>
        </p:nvSpPr>
        <p:spPr>
          <a:xfrm>
            <a:off x="7977054" y="1335622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B1BED-E21C-6DD7-65B8-291459D35506}"/>
              </a:ext>
            </a:extLst>
          </p:cNvPr>
          <p:cNvSpPr txBox="1"/>
          <p:nvPr/>
        </p:nvSpPr>
        <p:spPr>
          <a:xfrm>
            <a:off x="7225046" y="186335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.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059D0-19AF-1E0B-3745-941CC1ADA7DD}"/>
              </a:ext>
            </a:extLst>
          </p:cNvPr>
          <p:cNvSpPr txBox="1"/>
          <p:nvPr/>
        </p:nvSpPr>
        <p:spPr>
          <a:xfrm>
            <a:off x="644487" y="363557"/>
            <a:ext cx="328808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a = np.array([[1,2,3],</a:t>
            </a: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      [4,5,6])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b = np.array([[1,2],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[1,2],</a:t>
            </a:r>
          </a:p>
          <a:p>
            <a:r>
              <a:rPr lang="en-US" altLang="ko-KR" sz="2000">
                <a:latin typeface="Consolas" panose="020B0609020204030204" pitchFamily="49" charset="0"/>
              </a:rPr>
              <a:t>              [1,2]])</a:t>
            </a:r>
            <a:endParaRPr lang="ko-KR" altLang="en-US" sz="2000">
              <a:latin typeface="Consolas" panose="020B0609020204030204" pitchFamily="49" charset="0"/>
            </a:endParaRPr>
          </a:p>
          <a:p>
            <a:pPr algn="l"/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np.dot(a,b)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97462-A9DC-1402-35D4-4ECEC8952103}"/>
              </a:ext>
            </a:extLst>
          </p:cNvPr>
          <p:cNvSpPr txBox="1"/>
          <p:nvPr/>
        </p:nvSpPr>
        <p:spPr>
          <a:xfrm>
            <a:off x="6015349" y="3615947"/>
            <a:ext cx="4996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(2,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)(</a:t>
            </a:r>
            <a:r>
              <a:rPr lang="en-US" altLang="ko-KR" sz="360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3600">
                <a:latin typeface="Consolas" panose="020B0609020204030204" pitchFamily="49" charset="0"/>
              </a:rPr>
              <a:t>,2) =&gt; (2,2)</a:t>
            </a:r>
            <a:endParaRPr lang="ko-KR" altLang="en-US" sz="3600">
              <a:latin typeface="Consolas" panose="020B0609020204030204" pitchFamily="49" charset="0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56F573F5-1EE8-4EAE-EE57-1E36280FD7D7}"/>
              </a:ext>
            </a:extLst>
          </p:cNvPr>
          <p:cNvSpPr/>
          <p:nvPr/>
        </p:nvSpPr>
        <p:spPr>
          <a:xfrm>
            <a:off x="5437903" y="2928491"/>
            <a:ext cx="1467858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CA8230D-9515-9DCB-0D94-28626BF5469E}"/>
              </a:ext>
            </a:extLst>
          </p:cNvPr>
          <p:cNvSpPr/>
          <p:nvPr/>
        </p:nvSpPr>
        <p:spPr>
          <a:xfrm rot="5400000">
            <a:off x="8590064" y="2215765"/>
            <a:ext cx="1681956" cy="291947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8A77E8-71F0-F5B1-F251-73ED07BEF418}"/>
              </a:ext>
            </a:extLst>
          </p:cNvPr>
          <p:cNvSpPr/>
          <p:nvPr/>
        </p:nvSpPr>
        <p:spPr>
          <a:xfrm>
            <a:off x="7902400" y="1934914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338C96-0136-3C1E-3D42-921BEA91B3FC}"/>
              </a:ext>
            </a:extLst>
          </p:cNvPr>
          <p:cNvSpPr/>
          <p:nvPr/>
        </p:nvSpPr>
        <p:spPr>
          <a:xfrm>
            <a:off x="7975994" y="199643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E3386B-F41F-8195-828F-084DE69DEB6C}"/>
              </a:ext>
            </a:extLst>
          </p:cNvPr>
          <p:cNvSpPr/>
          <p:nvPr/>
        </p:nvSpPr>
        <p:spPr>
          <a:xfrm>
            <a:off x="7901340" y="2595722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FEB9C0-B07A-D3F6-01D2-45285D5DBA81}"/>
              </a:ext>
            </a:extLst>
          </p:cNvPr>
          <p:cNvSpPr/>
          <p:nvPr/>
        </p:nvSpPr>
        <p:spPr>
          <a:xfrm>
            <a:off x="7974934" y="265723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D49C10-80FC-D514-E648-F514FB25554E}"/>
              </a:ext>
            </a:extLst>
          </p:cNvPr>
          <p:cNvSpPr/>
          <p:nvPr/>
        </p:nvSpPr>
        <p:spPr>
          <a:xfrm>
            <a:off x="5235216" y="2137272"/>
            <a:ext cx="1716427" cy="6731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7DA406-9104-3E10-8E02-E66FF0CAD547}"/>
              </a:ext>
            </a:extLst>
          </p:cNvPr>
          <p:cNvSpPr/>
          <p:nvPr/>
        </p:nvSpPr>
        <p:spPr>
          <a:xfrm>
            <a:off x="5311048" y="2213266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A56087-EDFA-4747-116F-B3D7DEF69D79}"/>
              </a:ext>
            </a:extLst>
          </p:cNvPr>
          <p:cNvSpPr/>
          <p:nvPr/>
        </p:nvSpPr>
        <p:spPr>
          <a:xfrm>
            <a:off x="5834349" y="2213265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8A4C12-CA09-1078-2361-6E0FE91528D8}"/>
              </a:ext>
            </a:extLst>
          </p:cNvPr>
          <p:cNvSpPr/>
          <p:nvPr/>
        </p:nvSpPr>
        <p:spPr>
          <a:xfrm>
            <a:off x="6357650" y="2213264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907C8C0-A01D-FAE7-E683-F3A0A92F6C28}"/>
              </a:ext>
            </a:extLst>
          </p:cNvPr>
          <p:cNvSpPr/>
          <p:nvPr/>
        </p:nvSpPr>
        <p:spPr>
          <a:xfrm>
            <a:off x="8500355" y="1343269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60F52E-23AA-83CD-F8DE-0D179EF94137}"/>
              </a:ext>
            </a:extLst>
          </p:cNvPr>
          <p:cNvSpPr/>
          <p:nvPr/>
        </p:nvSpPr>
        <p:spPr>
          <a:xfrm>
            <a:off x="8499295" y="200407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B0B1D3A-30D9-E5A6-1244-5085FCEE01CD}"/>
              </a:ext>
            </a:extLst>
          </p:cNvPr>
          <p:cNvSpPr/>
          <p:nvPr/>
        </p:nvSpPr>
        <p:spPr>
          <a:xfrm>
            <a:off x="8498235" y="2664885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B4138A-25EA-693A-C773-EB5199420112}"/>
              </a:ext>
            </a:extLst>
          </p:cNvPr>
          <p:cNvSpPr/>
          <p:nvPr/>
        </p:nvSpPr>
        <p:spPr>
          <a:xfrm>
            <a:off x="9914038" y="1363254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FC3921-F415-D2CD-3884-3DFC9D2E7951}"/>
              </a:ext>
            </a:extLst>
          </p:cNvPr>
          <p:cNvSpPr/>
          <p:nvPr/>
        </p:nvSpPr>
        <p:spPr>
          <a:xfrm>
            <a:off x="9987632" y="1424770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25F5A7-769A-823E-2D4D-55409E2769FD}"/>
              </a:ext>
            </a:extLst>
          </p:cNvPr>
          <p:cNvSpPr/>
          <p:nvPr/>
        </p:nvSpPr>
        <p:spPr>
          <a:xfrm>
            <a:off x="9912978" y="2024062"/>
            <a:ext cx="1208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1EA3804-04E0-D074-47C1-9DBED80274E4}"/>
              </a:ext>
            </a:extLst>
          </p:cNvPr>
          <p:cNvSpPr/>
          <p:nvPr/>
        </p:nvSpPr>
        <p:spPr>
          <a:xfrm>
            <a:off x="9986572" y="2085578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08CD1F-0809-5690-4D09-F35B7C8B54C0}"/>
              </a:ext>
            </a:extLst>
          </p:cNvPr>
          <p:cNvSpPr/>
          <p:nvPr/>
        </p:nvSpPr>
        <p:spPr>
          <a:xfrm>
            <a:off x="10510933" y="1432417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137B0EF-55DF-4A41-0AD5-2A15F956A852}"/>
              </a:ext>
            </a:extLst>
          </p:cNvPr>
          <p:cNvSpPr/>
          <p:nvPr/>
        </p:nvSpPr>
        <p:spPr>
          <a:xfrm>
            <a:off x="10517308" y="2085576"/>
            <a:ext cx="523301" cy="5233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C76218-A49A-DF0A-4E4B-EEC825E20566}"/>
              </a:ext>
            </a:extLst>
          </p:cNvPr>
          <p:cNvSpPr txBox="1"/>
          <p:nvPr/>
        </p:nvSpPr>
        <p:spPr>
          <a:xfrm>
            <a:off x="5761822" y="68304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x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C49203-F9CF-5309-6575-38580DDA8C30}"/>
              </a:ext>
            </a:extLst>
          </p:cNvPr>
          <p:cNvSpPr txBox="1"/>
          <p:nvPr/>
        </p:nvSpPr>
        <p:spPr>
          <a:xfrm>
            <a:off x="8259435" y="560739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w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C4C551B-F1FC-8455-4474-0E850CBA58D2}"/>
              </a:ext>
            </a:extLst>
          </p:cNvPr>
          <p:cNvSpPr/>
          <p:nvPr/>
        </p:nvSpPr>
        <p:spPr>
          <a:xfrm>
            <a:off x="817162" y="3615947"/>
            <a:ext cx="1074144" cy="107414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F1A831F-DCD8-E341-446D-1AD57172531C}"/>
              </a:ext>
            </a:extLst>
          </p:cNvPr>
          <p:cNvCxnSpPr/>
          <p:nvPr/>
        </p:nvCxnSpPr>
        <p:spPr>
          <a:xfrm>
            <a:off x="503181" y="3114679"/>
            <a:ext cx="600419" cy="589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F8E2C1D-CB96-CDCD-AE86-F913AD6BB2A2}"/>
              </a:ext>
            </a:extLst>
          </p:cNvPr>
          <p:cNvCxnSpPr>
            <a:cxnSpLocks/>
            <a:endCxn id="32" idx="3"/>
          </p:cNvCxnSpPr>
          <p:nvPr/>
        </p:nvCxnSpPr>
        <p:spPr>
          <a:xfrm flipV="1">
            <a:off x="216743" y="4532786"/>
            <a:ext cx="757724" cy="614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9EC08B2-7FC1-2800-4A86-E6C3705C292D}"/>
              </a:ext>
            </a:extLst>
          </p:cNvPr>
          <p:cNvCxnSpPr>
            <a:cxnSpLocks/>
          </p:cNvCxnSpPr>
          <p:nvPr/>
        </p:nvCxnSpPr>
        <p:spPr>
          <a:xfrm>
            <a:off x="1891306" y="4129357"/>
            <a:ext cx="994727" cy="23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28140C-D650-BBE6-2B10-458DF109FD60}"/>
              </a:ext>
            </a:extLst>
          </p:cNvPr>
          <p:cNvSpPr txBox="1"/>
          <p:nvPr/>
        </p:nvSpPr>
        <p:spPr>
          <a:xfrm>
            <a:off x="117590" y="299349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x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0A015E-F0EE-E845-38AE-3D479FCA59C8}"/>
              </a:ext>
            </a:extLst>
          </p:cNvPr>
          <p:cNvSpPr txBox="1"/>
          <p:nvPr/>
        </p:nvSpPr>
        <p:spPr>
          <a:xfrm>
            <a:off x="-113763" y="474718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w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022A10-B78C-3343-8D89-F20AFA49C952}"/>
              </a:ext>
            </a:extLst>
          </p:cNvPr>
          <p:cNvSpPr txBox="1"/>
          <p:nvPr/>
        </p:nvSpPr>
        <p:spPr>
          <a:xfrm>
            <a:off x="2662923" y="3704081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250455E-A58C-772B-6657-310643D955AD}"/>
              </a:ext>
            </a:extLst>
          </p:cNvPr>
          <p:cNvSpPr/>
          <p:nvPr/>
        </p:nvSpPr>
        <p:spPr>
          <a:xfrm>
            <a:off x="4452141" y="4572921"/>
            <a:ext cx="1074144" cy="107414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532ED33-C41F-D5B6-9340-A23515528523}"/>
              </a:ext>
            </a:extLst>
          </p:cNvPr>
          <p:cNvCxnSpPr/>
          <p:nvPr/>
        </p:nvCxnSpPr>
        <p:spPr>
          <a:xfrm>
            <a:off x="4138160" y="4071653"/>
            <a:ext cx="600419" cy="589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682423E-8169-7DEF-B744-49ADCEC64720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851722" y="5489760"/>
            <a:ext cx="757724" cy="614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DCBE7F55-CC7A-E1E5-1330-51D5B6773858}"/>
              </a:ext>
            </a:extLst>
          </p:cNvPr>
          <p:cNvCxnSpPr>
            <a:cxnSpLocks/>
            <a:endCxn id="43" idx="6"/>
          </p:cNvCxnSpPr>
          <p:nvPr/>
        </p:nvCxnSpPr>
        <p:spPr>
          <a:xfrm flipH="1">
            <a:off x="5526285" y="5069087"/>
            <a:ext cx="1029764" cy="40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E5BB1FA-88B5-F9A8-6DBF-1CC1C8BCF61E}"/>
              </a:ext>
            </a:extLst>
          </p:cNvPr>
          <p:cNvSpPr txBox="1"/>
          <p:nvPr/>
        </p:nvSpPr>
        <p:spPr>
          <a:xfrm>
            <a:off x="3411038" y="3729247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dx=dout*w.T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787983-401B-CF21-E817-D509B98CD970}"/>
              </a:ext>
            </a:extLst>
          </p:cNvPr>
          <p:cNvSpPr txBox="1"/>
          <p:nvPr/>
        </p:nvSpPr>
        <p:spPr>
          <a:xfrm>
            <a:off x="2482718" y="5766706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dw=x.T*dout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B4A9F7-C365-C383-D8D0-B0B12A2FF108}"/>
              </a:ext>
            </a:extLst>
          </p:cNvPr>
          <p:cNvSpPr txBox="1"/>
          <p:nvPr/>
        </p:nvSpPr>
        <p:spPr>
          <a:xfrm>
            <a:off x="6297902" y="466105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dout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F71C4E-D14D-0B98-143D-A878830C8299}"/>
              </a:ext>
            </a:extLst>
          </p:cNvPr>
          <p:cNvSpPr txBox="1"/>
          <p:nvPr/>
        </p:nvSpPr>
        <p:spPr>
          <a:xfrm>
            <a:off x="10311963" y="711530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out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E2D097-5BDF-B4A5-820D-5F153631450C}"/>
              </a:ext>
            </a:extLst>
          </p:cNvPr>
          <p:cNvSpPr txBox="1"/>
          <p:nvPr/>
        </p:nvSpPr>
        <p:spPr>
          <a:xfrm>
            <a:off x="6291255" y="5214651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01781D-65F1-62BD-F7F8-FE0A36C92812}"/>
              </a:ext>
            </a:extLst>
          </p:cNvPr>
          <p:cNvSpPr txBox="1"/>
          <p:nvPr/>
        </p:nvSpPr>
        <p:spPr>
          <a:xfrm>
            <a:off x="3508828" y="3311405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(2,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)(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,3)=&gt;(2,3)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CAB9D9-8B18-9037-600C-5B649809FFC6}"/>
              </a:ext>
            </a:extLst>
          </p:cNvPr>
          <p:cNvSpPr txBox="1"/>
          <p:nvPr/>
        </p:nvSpPr>
        <p:spPr>
          <a:xfrm>
            <a:off x="3179064" y="6143231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(3,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)(</a:t>
            </a:r>
            <a:r>
              <a:rPr lang="en-US" altLang="ko-KR" sz="200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000">
                <a:latin typeface="Consolas" panose="020B0609020204030204" pitchFamily="49" charset="0"/>
              </a:rPr>
              <a:t>,2)=&gt;(3,2)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582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lIns="36000" rIns="36000" rtlCol="0" anchor="ctr"/>
      <a:lstStyle>
        <a:defPPr algn="ctr">
          <a:defRPr sz="2000"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3184</TotalTime>
  <Words>1404</Words>
  <Application>Microsoft Office PowerPoint</Application>
  <PresentationFormat>와이드스크린</PresentationFormat>
  <Paragraphs>821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25</cp:revision>
  <dcterms:created xsi:type="dcterms:W3CDTF">2024-08-02T05:42:33Z</dcterms:created>
  <dcterms:modified xsi:type="dcterms:W3CDTF">2025-11-25T08:53:31Z</dcterms:modified>
</cp:coreProperties>
</file>